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3"/>
    <p:sldMasterId id="2147483666" r:id="rId4"/>
  </p:sldMasterIdLst>
  <p:notesMasterIdLst>
    <p:notesMasterId r:id="rId5"/>
  </p:notesMasterIdLst>
  <p:sldIdLst>
    <p:sldId id="256" r:id="rId6"/>
    <p:sldId id="257" r:id="rId7"/>
    <p:sldId id="258" r:id="rId8"/>
    <p:sldId id="259" r:id="rId9"/>
    <p:sldId id="260" r:id="rId10"/>
    <p:sldId id="261" r:id="rId11"/>
  </p:sldIdLst>
  <p:sldSz cy="8229600" cx="14630400"/>
  <p:notesSz cx="8229600" cy="14630400"/>
  <p:embeddedFontLst>
    <p:embeddedFont>
      <p:font typeface="Fraunces"/>
      <p:regular r:id="rId12"/>
      <p:bold r:id="rId13"/>
      <p:italic r:id="rId14"/>
      <p:boldItalic r:id="rId15"/>
    </p:embeddedFont>
    <p:embeddedFont>
      <p:font typeface="Fraunces Medium"/>
      <p:regular r:id="rId16"/>
      <p:bold r:id="rId17"/>
      <p:italic r:id="rId18"/>
      <p:boldItalic r:id="rId19"/>
    </p:embeddedFont>
    <p:embeddedFont>
      <p:font typeface="Epilogue"/>
      <p:regular r:id="rId20"/>
      <p:bold r:id="rId21"/>
      <p:italic r:id="rId22"/>
      <p:boldItalic r:id="rId23"/>
    </p:embeddedFont>
    <p:embeddedFont>
      <p:font typeface="Fraunces Light"/>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Epilogue-regular.fntdata"/><Relationship Id="rId22" Type="http://schemas.openxmlformats.org/officeDocument/2006/relationships/font" Target="fonts/Epilogue-italic.fntdata"/><Relationship Id="rId21" Type="http://schemas.openxmlformats.org/officeDocument/2006/relationships/font" Target="fonts/Epilogue-bold.fntdata"/><Relationship Id="rId24" Type="http://schemas.openxmlformats.org/officeDocument/2006/relationships/font" Target="fonts/FrauncesLight-regular.fntdata"/><Relationship Id="rId23" Type="http://schemas.openxmlformats.org/officeDocument/2006/relationships/font" Target="fonts/Epilogue-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FrauncesLight-italic.fntdata"/><Relationship Id="rId25" Type="http://schemas.openxmlformats.org/officeDocument/2006/relationships/font" Target="fonts/FrauncesLight-bold.fntdata"/><Relationship Id="rId27" Type="http://schemas.openxmlformats.org/officeDocument/2006/relationships/font" Target="fonts/FrauncesLight-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Fraunces-bold.fntdata"/><Relationship Id="rId12" Type="http://schemas.openxmlformats.org/officeDocument/2006/relationships/font" Target="fonts/Fraunces-regular.fntdata"/><Relationship Id="rId15" Type="http://schemas.openxmlformats.org/officeDocument/2006/relationships/font" Target="fonts/Fraunces-boldItalic.fntdata"/><Relationship Id="rId14" Type="http://schemas.openxmlformats.org/officeDocument/2006/relationships/font" Target="fonts/Fraunces-italic.fntdata"/><Relationship Id="rId17" Type="http://schemas.openxmlformats.org/officeDocument/2006/relationships/font" Target="fonts/FrauncesMedium-bold.fntdata"/><Relationship Id="rId16" Type="http://schemas.openxmlformats.org/officeDocument/2006/relationships/font" Target="fonts/FrauncesMedium-regular.fntdata"/><Relationship Id="rId19" Type="http://schemas.openxmlformats.org/officeDocument/2006/relationships/font" Target="fonts/FrauncesMedium-boldItalic.fntdata"/><Relationship Id="rId18" Type="http://schemas.openxmlformats.org/officeDocument/2006/relationships/font" Target="fonts/FrauncesMedium-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cde9d540fe_1_0:notes"/>
          <p:cNvSpPr/>
          <p:nvPr>
            <p:ph idx="2" type="sldImg"/>
          </p:nvPr>
        </p:nvSpPr>
        <p:spPr>
          <a:xfrm>
            <a:off x="457560" y="1097280"/>
            <a:ext cx="7315200" cy="5486400"/>
          </a:xfrm>
          <a:custGeom>
            <a:rect b="b" l="l" r="r" t="t"/>
            <a:pathLst>
              <a:path extrusionOk="0" h="120000" w="120000">
                <a:moveTo>
                  <a:pt x="0" y="0"/>
                </a:moveTo>
                <a:lnTo>
                  <a:pt x="120000" y="0"/>
                </a:lnTo>
                <a:lnTo>
                  <a:pt x="120000" y="120000"/>
                </a:lnTo>
                <a:lnTo>
                  <a:pt x="0" y="120000"/>
                </a:lnTo>
                <a:close/>
              </a:path>
            </a:pathLst>
          </a:custGeom>
        </p:spPr>
      </p:sp>
      <p:sp>
        <p:nvSpPr>
          <p:cNvPr id="78" name="Google Shape;78;g3cde9d540fe_1_0:notes"/>
          <p:cNvSpPr txBox="1"/>
          <p:nvPr>
            <p:ph idx="1" type="body"/>
          </p:nvPr>
        </p:nvSpPr>
        <p:spPr>
          <a:xfrm>
            <a:off x="822960" y="6949440"/>
            <a:ext cx="6583800" cy="6583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 name="Google Shape;8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 name="Google Shape;8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cde9d540fe_1_154:notes"/>
          <p:cNvSpPr/>
          <p:nvPr>
            <p:ph idx="2" type="sldImg"/>
          </p:nvPr>
        </p:nvSpPr>
        <p:spPr>
          <a:xfrm>
            <a:off x="457560" y="1097280"/>
            <a:ext cx="7315200" cy="54864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cde9d540fe_1_154:notes"/>
          <p:cNvSpPr txBox="1"/>
          <p:nvPr>
            <p:ph idx="1" type="body"/>
          </p:nvPr>
        </p:nvSpPr>
        <p:spPr>
          <a:xfrm>
            <a:off x="822960" y="6949440"/>
            <a:ext cx="6583800" cy="6583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 name="Shape 10"/>
        <p:cNvGrpSpPr/>
        <p:nvPr/>
      </p:nvGrpSpPr>
      <p:grpSpPr>
        <a:xfrm>
          <a:off x="0" y="0"/>
          <a:ext cx="0" cy="0"/>
          <a:chOff x="0" y="0"/>
          <a:chExt cx="0" cy="0"/>
        </a:xfrm>
      </p:grpSpPr>
      <p:sp>
        <p:nvSpPr>
          <p:cNvPr id="11" name="Google Shape;11;p2"/>
          <p:cNvSpPr/>
          <p:nvPr/>
        </p:nvSpPr>
        <p:spPr>
          <a:xfrm>
            <a:off x="0" y="0"/>
            <a:ext cx="14630400" cy="8229600"/>
          </a:xfrm>
          <a:prstGeom prst="rect">
            <a:avLst/>
          </a:prstGeom>
          <a:solidFill>
            <a:srgbClr val="A8A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0" y="0"/>
            <a:ext cx="14630400" cy="8229600"/>
          </a:xfrm>
          <a:prstGeom prst="rect">
            <a:avLst/>
          </a:prstGeom>
          <a:solidFill>
            <a:srgbClr val="080E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 name="Google Shape;13;p2">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4" name="Shape 14"/>
        <p:cNvGrpSpPr/>
        <p:nvPr/>
      </p:nvGrpSpPr>
      <p:grpSpPr>
        <a:xfrm>
          <a:off x="0" y="0"/>
          <a:ext cx="0" cy="0"/>
          <a:chOff x="0" y="0"/>
          <a:chExt cx="0" cy="0"/>
        </a:xfrm>
      </p:grpSpPr>
      <p:sp>
        <p:nvSpPr>
          <p:cNvPr id="15" name="Google Shape;15;p3"/>
          <p:cNvSpPr/>
          <p:nvPr/>
        </p:nvSpPr>
        <p:spPr>
          <a:xfrm>
            <a:off x="0" y="0"/>
            <a:ext cx="14630400" cy="8229600"/>
          </a:xfrm>
          <a:prstGeom prst="rect">
            <a:avLst/>
          </a:prstGeom>
          <a:solidFill>
            <a:srgbClr val="A8A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p:nvPr/>
        </p:nvSpPr>
        <p:spPr>
          <a:xfrm>
            <a:off x="0" y="0"/>
            <a:ext cx="14630400" cy="8229600"/>
          </a:xfrm>
          <a:prstGeom prst="rect">
            <a:avLst/>
          </a:prstGeom>
          <a:solidFill>
            <a:srgbClr val="080E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 name="Google Shape;17;p3">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8" name="Shape 18"/>
        <p:cNvGrpSpPr/>
        <p:nvPr/>
      </p:nvGrpSpPr>
      <p:grpSpPr>
        <a:xfrm>
          <a:off x="0" y="0"/>
          <a:ext cx="0" cy="0"/>
          <a:chOff x="0" y="0"/>
          <a:chExt cx="0" cy="0"/>
        </a:xfrm>
      </p:grpSpPr>
      <p:sp>
        <p:nvSpPr>
          <p:cNvPr id="19" name="Google Shape;19;p4"/>
          <p:cNvSpPr/>
          <p:nvPr/>
        </p:nvSpPr>
        <p:spPr>
          <a:xfrm>
            <a:off x="0" y="0"/>
            <a:ext cx="14630400" cy="8229600"/>
          </a:xfrm>
          <a:prstGeom prst="rect">
            <a:avLst/>
          </a:prstGeom>
          <a:solidFill>
            <a:srgbClr val="A8A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0"/>
            <a:ext cx="14630400" cy="8229600"/>
          </a:xfrm>
          <a:prstGeom prst="rect">
            <a:avLst/>
          </a:prstGeom>
          <a:solidFill>
            <a:srgbClr val="080E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 name="Google Shape;21;p4">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22" name="Shape 22"/>
        <p:cNvGrpSpPr/>
        <p:nvPr/>
      </p:nvGrpSpPr>
      <p:grpSpPr>
        <a:xfrm>
          <a:off x="0" y="0"/>
          <a:ext cx="0" cy="0"/>
          <a:chOff x="0" y="0"/>
          <a:chExt cx="0" cy="0"/>
        </a:xfrm>
      </p:grpSpPr>
      <p:sp>
        <p:nvSpPr>
          <p:cNvPr id="23" name="Google Shape;23;p5"/>
          <p:cNvSpPr/>
          <p:nvPr/>
        </p:nvSpPr>
        <p:spPr>
          <a:xfrm>
            <a:off x="0" y="0"/>
            <a:ext cx="14630400" cy="8229600"/>
          </a:xfrm>
          <a:prstGeom prst="rect">
            <a:avLst/>
          </a:prstGeom>
          <a:solidFill>
            <a:srgbClr val="A8A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5"/>
          <p:cNvSpPr/>
          <p:nvPr/>
        </p:nvSpPr>
        <p:spPr>
          <a:xfrm>
            <a:off x="0" y="0"/>
            <a:ext cx="14630400" cy="8229600"/>
          </a:xfrm>
          <a:prstGeom prst="rect">
            <a:avLst/>
          </a:prstGeom>
          <a:solidFill>
            <a:srgbClr val="080E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 name="Google Shape;25;p5">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26" name="Shape 26"/>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7" name="Shape 27"/>
        <p:cNvGrpSpPr/>
        <p:nvPr/>
      </p:nvGrpSpPr>
      <p:grpSpPr>
        <a:xfrm>
          <a:off x="0" y="0"/>
          <a:ext cx="0" cy="0"/>
          <a:chOff x="0" y="0"/>
          <a:chExt cx="0" cy="0"/>
        </a:xfrm>
      </p:grpSpPr>
      <p:sp>
        <p:nvSpPr>
          <p:cNvPr id="28" name="Google Shape;28;p7"/>
          <p:cNvSpPr txBox="1"/>
          <p:nvPr>
            <p:ph type="ctrTitle"/>
          </p:nvPr>
        </p:nvSpPr>
        <p:spPr>
          <a:xfrm>
            <a:off x="498733" y="1191320"/>
            <a:ext cx="13632900" cy="3284100"/>
          </a:xfrm>
          <a:prstGeom prst="rect">
            <a:avLst/>
          </a:prstGeom>
          <a:noFill/>
          <a:ln>
            <a:noFill/>
          </a:ln>
        </p:spPr>
        <p:txBody>
          <a:bodyPr anchorCtr="0" anchor="b" bIns="146275" lIns="146275" spcFirstLastPara="1" rIns="146275" wrap="square" tIns="146275">
            <a:noAutofit/>
          </a:bodyPr>
          <a:lstStyle>
            <a:lvl1pPr lvl="0" algn="ctr">
              <a:spcBef>
                <a:spcPts val="0"/>
              </a:spcBef>
              <a:spcAft>
                <a:spcPts val="0"/>
              </a:spcAft>
              <a:buSzPts val="8300"/>
              <a:buChar char="●"/>
              <a:defRPr sz="8300"/>
            </a:lvl1pPr>
            <a:lvl2pPr lvl="1" algn="ctr">
              <a:spcBef>
                <a:spcPts val="0"/>
              </a:spcBef>
              <a:spcAft>
                <a:spcPts val="0"/>
              </a:spcAft>
              <a:buSzPts val="8300"/>
              <a:buChar char="○"/>
              <a:defRPr sz="8300"/>
            </a:lvl2pPr>
            <a:lvl3pPr lvl="2" algn="ctr">
              <a:spcBef>
                <a:spcPts val="0"/>
              </a:spcBef>
              <a:spcAft>
                <a:spcPts val="0"/>
              </a:spcAft>
              <a:buSzPts val="8300"/>
              <a:buChar char="■"/>
              <a:defRPr sz="8300"/>
            </a:lvl3pPr>
            <a:lvl4pPr lvl="3" algn="ctr">
              <a:spcBef>
                <a:spcPts val="0"/>
              </a:spcBef>
              <a:spcAft>
                <a:spcPts val="0"/>
              </a:spcAft>
              <a:buSzPts val="8300"/>
              <a:buChar char="●"/>
              <a:defRPr sz="8300"/>
            </a:lvl4pPr>
            <a:lvl5pPr lvl="4" algn="ctr">
              <a:spcBef>
                <a:spcPts val="0"/>
              </a:spcBef>
              <a:spcAft>
                <a:spcPts val="0"/>
              </a:spcAft>
              <a:buSzPts val="8300"/>
              <a:buChar char="○"/>
              <a:defRPr sz="8300"/>
            </a:lvl5pPr>
            <a:lvl6pPr lvl="5" algn="ctr">
              <a:spcBef>
                <a:spcPts val="0"/>
              </a:spcBef>
              <a:spcAft>
                <a:spcPts val="0"/>
              </a:spcAft>
              <a:buSzPts val="8300"/>
              <a:buChar char="■"/>
              <a:defRPr sz="8300"/>
            </a:lvl6pPr>
            <a:lvl7pPr lvl="6" algn="ctr">
              <a:spcBef>
                <a:spcPts val="0"/>
              </a:spcBef>
              <a:spcAft>
                <a:spcPts val="0"/>
              </a:spcAft>
              <a:buSzPts val="8300"/>
              <a:buChar char="●"/>
              <a:defRPr sz="8300"/>
            </a:lvl7pPr>
            <a:lvl8pPr lvl="7" algn="ctr">
              <a:spcBef>
                <a:spcPts val="0"/>
              </a:spcBef>
              <a:spcAft>
                <a:spcPts val="0"/>
              </a:spcAft>
              <a:buSzPts val="8300"/>
              <a:buChar char="○"/>
              <a:defRPr sz="8300"/>
            </a:lvl8pPr>
            <a:lvl9pPr lvl="8" algn="ctr">
              <a:spcBef>
                <a:spcPts val="0"/>
              </a:spcBef>
              <a:spcAft>
                <a:spcPts val="0"/>
              </a:spcAft>
              <a:buSzPts val="8300"/>
              <a:buChar char="■"/>
              <a:defRPr sz="8300"/>
            </a:lvl9pPr>
          </a:lstStyle>
          <a:p/>
        </p:txBody>
      </p:sp>
      <p:sp>
        <p:nvSpPr>
          <p:cNvPr id="29" name="Google Shape;29;p7"/>
          <p:cNvSpPr txBox="1"/>
          <p:nvPr>
            <p:ph idx="1" type="subTitle"/>
          </p:nvPr>
        </p:nvSpPr>
        <p:spPr>
          <a:xfrm>
            <a:off x="498720" y="4534600"/>
            <a:ext cx="13632900" cy="1268100"/>
          </a:xfrm>
          <a:prstGeom prst="rect">
            <a:avLst/>
          </a:prstGeom>
          <a:noFill/>
          <a:ln>
            <a:noFill/>
          </a:ln>
        </p:spPr>
        <p:txBody>
          <a:bodyPr anchorCtr="0" anchor="ctr" bIns="146275" lIns="146275" spcFirstLastPara="1" rIns="146275" wrap="square" tIns="146275">
            <a:noAutofit/>
          </a:bodyPr>
          <a:lstStyle>
            <a:lvl1pPr lvl="0" algn="ctr">
              <a:lnSpc>
                <a:spcPct val="100000"/>
              </a:lnSpc>
              <a:spcBef>
                <a:spcPts val="0"/>
              </a:spcBef>
              <a:spcAft>
                <a:spcPts val="0"/>
              </a:spcAft>
              <a:buSzPts val="4500"/>
              <a:buNone/>
              <a:defRPr sz="4500"/>
            </a:lvl1pPr>
            <a:lvl2pPr lvl="1" algn="ctr">
              <a:lnSpc>
                <a:spcPct val="100000"/>
              </a:lnSpc>
              <a:spcBef>
                <a:spcPts val="0"/>
              </a:spcBef>
              <a:spcAft>
                <a:spcPts val="0"/>
              </a:spcAft>
              <a:buSzPts val="4500"/>
              <a:buNone/>
              <a:defRPr sz="4500"/>
            </a:lvl2pPr>
            <a:lvl3pPr lvl="2" algn="ctr">
              <a:lnSpc>
                <a:spcPct val="100000"/>
              </a:lnSpc>
              <a:spcBef>
                <a:spcPts val="0"/>
              </a:spcBef>
              <a:spcAft>
                <a:spcPts val="0"/>
              </a:spcAft>
              <a:buSzPts val="4500"/>
              <a:buNone/>
              <a:defRPr sz="4500"/>
            </a:lvl3pPr>
            <a:lvl4pPr lvl="3" algn="ctr">
              <a:lnSpc>
                <a:spcPct val="100000"/>
              </a:lnSpc>
              <a:spcBef>
                <a:spcPts val="0"/>
              </a:spcBef>
              <a:spcAft>
                <a:spcPts val="0"/>
              </a:spcAft>
              <a:buSzPts val="4500"/>
              <a:buNone/>
              <a:defRPr sz="4500"/>
            </a:lvl4pPr>
            <a:lvl5pPr lvl="4" algn="ctr">
              <a:lnSpc>
                <a:spcPct val="100000"/>
              </a:lnSpc>
              <a:spcBef>
                <a:spcPts val="0"/>
              </a:spcBef>
              <a:spcAft>
                <a:spcPts val="0"/>
              </a:spcAft>
              <a:buSzPts val="4500"/>
              <a:buNone/>
              <a:defRPr sz="4500"/>
            </a:lvl5pPr>
            <a:lvl6pPr lvl="5" algn="ctr">
              <a:lnSpc>
                <a:spcPct val="100000"/>
              </a:lnSpc>
              <a:spcBef>
                <a:spcPts val="0"/>
              </a:spcBef>
              <a:spcAft>
                <a:spcPts val="0"/>
              </a:spcAft>
              <a:buSzPts val="4500"/>
              <a:buNone/>
              <a:defRPr sz="4500"/>
            </a:lvl6pPr>
            <a:lvl7pPr lvl="6" algn="ctr">
              <a:lnSpc>
                <a:spcPct val="100000"/>
              </a:lnSpc>
              <a:spcBef>
                <a:spcPts val="0"/>
              </a:spcBef>
              <a:spcAft>
                <a:spcPts val="0"/>
              </a:spcAft>
              <a:buSzPts val="4500"/>
              <a:buNone/>
              <a:defRPr sz="4500"/>
            </a:lvl7pPr>
            <a:lvl8pPr lvl="7" algn="ctr">
              <a:lnSpc>
                <a:spcPct val="100000"/>
              </a:lnSpc>
              <a:spcBef>
                <a:spcPts val="0"/>
              </a:spcBef>
              <a:spcAft>
                <a:spcPts val="0"/>
              </a:spcAft>
              <a:buSzPts val="4500"/>
              <a:buNone/>
              <a:defRPr sz="4500"/>
            </a:lvl8pPr>
            <a:lvl9pPr lvl="8" algn="ctr">
              <a:lnSpc>
                <a:spcPct val="100000"/>
              </a:lnSpc>
              <a:spcBef>
                <a:spcPts val="0"/>
              </a:spcBef>
              <a:spcAft>
                <a:spcPts val="0"/>
              </a:spcAft>
              <a:buSzPts val="4500"/>
              <a:buNone/>
              <a:defRPr sz="4500"/>
            </a:lvl9pPr>
          </a:lstStyle>
          <a:p/>
        </p:txBody>
      </p:sp>
      <p:sp>
        <p:nvSpPr>
          <p:cNvPr id="30" name="Google Shape;30;p7"/>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5" name="Shape 35"/>
        <p:cNvGrpSpPr/>
        <p:nvPr/>
      </p:nvGrpSpPr>
      <p:grpSpPr>
        <a:xfrm>
          <a:off x="0" y="0"/>
          <a:ext cx="0" cy="0"/>
          <a:chOff x="0" y="0"/>
          <a:chExt cx="0" cy="0"/>
        </a:xfrm>
      </p:grpSpPr>
      <p:sp>
        <p:nvSpPr>
          <p:cNvPr id="36" name="Google Shape;36;p9"/>
          <p:cNvSpPr txBox="1"/>
          <p:nvPr>
            <p:ph type="ctrTitle"/>
          </p:nvPr>
        </p:nvSpPr>
        <p:spPr>
          <a:xfrm>
            <a:off x="498733" y="1191320"/>
            <a:ext cx="13632900" cy="3284100"/>
          </a:xfrm>
          <a:prstGeom prst="rect">
            <a:avLst/>
          </a:prstGeom>
        </p:spPr>
        <p:txBody>
          <a:bodyPr anchorCtr="0" anchor="b" bIns="146275" lIns="146275" spcFirstLastPara="1" rIns="146275" wrap="square" tIns="146275">
            <a:normAutofit/>
          </a:bodyPr>
          <a:lstStyle>
            <a:lvl1pPr lvl="0" algn="ctr">
              <a:spcBef>
                <a:spcPts val="0"/>
              </a:spcBef>
              <a:spcAft>
                <a:spcPts val="0"/>
              </a:spcAft>
              <a:buSzPts val="8300"/>
              <a:buNone/>
              <a:defRPr sz="8300"/>
            </a:lvl1pPr>
            <a:lvl2pPr lvl="1" algn="ctr">
              <a:spcBef>
                <a:spcPts val="0"/>
              </a:spcBef>
              <a:spcAft>
                <a:spcPts val="0"/>
              </a:spcAft>
              <a:buSzPts val="8300"/>
              <a:buNone/>
              <a:defRPr sz="8300"/>
            </a:lvl2pPr>
            <a:lvl3pPr lvl="2" algn="ctr">
              <a:spcBef>
                <a:spcPts val="0"/>
              </a:spcBef>
              <a:spcAft>
                <a:spcPts val="0"/>
              </a:spcAft>
              <a:buSzPts val="8300"/>
              <a:buNone/>
              <a:defRPr sz="8300"/>
            </a:lvl3pPr>
            <a:lvl4pPr lvl="3" algn="ctr">
              <a:spcBef>
                <a:spcPts val="0"/>
              </a:spcBef>
              <a:spcAft>
                <a:spcPts val="0"/>
              </a:spcAft>
              <a:buSzPts val="8300"/>
              <a:buNone/>
              <a:defRPr sz="8300"/>
            </a:lvl4pPr>
            <a:lvl5pPr lvl="4" algn="ctr">
              <a:spcBef>
                <a:spcPts val="0"/>
              </a:spcBef>
              <a:spcAft>
                <a:spcPts val="0"/>
              </a:spcAft>
              <a:buSzPts val="8300"/>
              <a:buNone/>
              <a:defRPr sz="8300"/>
            </a:lvl5pPr>
            <a:lvl6pPr lvl="5" algn="ctr">
              <a:spcBef>
                <a:spcPts val="0"/>
              </a:spcBef>
              <a:spcAft>
                <a:spcPts val="0"/>
              </a:spcAft>
              <a:buSzPts val="8300"/>
              <a:buNone/>
              <a:defRPr sz="8300"/>
            </a:lvl6pPr>
            <a:lvl7pPr lvl="6" algn="ctr">
              <a:spcBef>
                <a:spcPts val="0"/>
              </a:spcBef>
              <a:spcAft>
                <a:spcPts val="0"/>
              </a:spcAft>
              <a:buSzPts val="8300"/>
              <a:buNone/>
              <a:defRPr sz="8300"/>
            </a:lvl7pPr>
            <a:lvl8pPr lvl="7" algn="ctr">
              <a:spcBef>
                <a:spcPts val="0"/>
              </a:spcBef>
              <a:spcAft>
                <a:spcPts val="0"/>
              </a:spcAft>
              <a:buSzPts val="8300"/>
              <a:buNone/>
              <a:defRPr sz="8300"/>
            </a:lvl8pPr>
            <a:lvl9pPr lvl="8" algn="ctr">
              <a:spcBef>
                <a:spcPts val="0"/>
              </a:spcBef>
              <a:spcAft>
                <a:spcPts val="0"/>
              </a:spcAft>
              <a:buSzPts val="8300"/>
              <a:buNone/>
              <a:defRPr sz="8300"/>
            </a:lvl9pPr>
          </a:lstStyle>
          <a:p/>
        </p:txBody>
      </p:sp>
      <p:sp>
        <p:nvSpPr>
          <p:cNvPr id="37" name="Google Shape;37;p9"/>
          <p:cNvSpPr txBox="1"/>
          <p:nvPr>
            <p:ph idx="1" type="subTitle"/>
          </p:nvPr>
        </p:nvSpPr>
        <p:spPr>
          <a:xfrm>
            <a:off x="498720" y="4534600"/>
            <a:ext cx="13632900" cy="1268100"/>
          </a:xfrm>
          <a:prstGeom prst="rect">
            <a:avLst/>
          </a:prstGeom>
        </p:spPr>
        <p:txBody>
          <a:bodyPr anchorCtr="0" anchor="t" bIns="146275" lIns="146275" spcFirstLastPara="1" rIns="146275" wrap="square" tIns="146275">
            <a:normAutofit/>
          </a:bodyPr>
          <a:lstStyle>
            <a:lvl1pPr lvl="0" algn="ctr">
              <a:lnSpc>
                <a:spcPct val="100000"/>
              </a:lnSpc>
              <a:spcBef>
                <a:spcPts val="0"/>
              </a:spcBef>
              <a:spcAft>
                <a:spcPts val="0"/>
              </a:spcAft>
              <a:buSzPts val="4500"/>
              <a:buNone/>
              <a:defRPr sz="4500"/>
            </a:lvl1pPr>
            <a:lvl2pPr lvl="1" algn="ctr">
              <a:lnSpc>
                <a:spcPct val="100000"/>
              </a:lnSpc>
              <a:spcBef>
                <a:spcPts val="0"/>
              </a:spcBef>
              <a:spcAft>
                <a:spcPts val="0"/>
              </a:spcAft>
              <a:buSzPts val="4500"/>
              <a:buNone/>
              <a:defRPr sz="4500"/>
            </a:lvl2pPr>
            <a:lvl3pPr lvl="2" algn="ctr">
              <a:lnSpc>
                <a:spcPct val="100000"/>
              </a:lnSpc>
              <a:spcBef>
                <a:spcPts val="0"/>
              </a:spcBef>
              <a:spcAft>
                <a:spcPts val="0"/>
              </a:spcAft>
              <a:buSzPts val="4500"/>
              <a:buNone/>
              <a:defRPr sz="4500"/>
            </a:lvl3pPr>
            <a:lvl4pPr lvl="3" algn="ctr">
              <a:lnSpc>
                <a:spcPct val="100000"/>
              </a:lnSpc>
              <a:spcBef>
                <a:spcPts val="0"/>
              </a:spcBef>
              <a:spcAft>
                <a:spcPts val="0"/>
              </a:spcAft>
              <a:buSzPts val="4500"/>
              <a:buNone/>
              <a:defRPr sz="4500"/>
            </a:lvl4pPr>
            <a:lvl5pPr lvl="4" algn="ctr">
              <a:lnSpc>
                <a:spcPct val="100000"/>
              </a:lnSpc>
              <a:spcBef>
                <a:spcPts val="0"/>
              </a:spcBef>
              <a:spcAft>
                <a:spcPts val="0"/>
              </a:spcAft>
              <a:buSzPts val="4500"/>
              <a:buNone/>
              <a:defRPr sz="4500"/>
            </a:lvl5pPr>
            <a:lvl6pPr lvl="5" algn="ctr">
              <a:lnSpc>
                <a:spcPct val="100000"/>
              </a:lnSpc>
              <a:spcBef>
                <a:spcPts val="0"/>
              </a:spcBef>
              <a:spcAft>
                <a:spcPts val="0"/>
              </a:spcAft>
              <a:buSzPts val="4500"/>
              <a:buNone/>
              <a:defRPr sz="4500"/>
            </a:lvl6pPr>
            <a:lvl7pPr lvl="6" algn="ctr">
              <a:lnSpc>
                <a:spcPct val="100000"/>
              </a:lnSpc>
              <a:spcBef>
                <a:spcPts val="0"/>
              </a:spcBef>
              <a:spcAft>
                <a:spcPts val="0"/>
              </a:spcAft>
              <a:buSzPts val="4500"/>
              <a:buNone/>
              <a:defRPr sz="4500"/>
            </a:lvl7pPr>
            <a:lvl8pPr lvl="7" algn="ctr">
              <a:lnSpc>
                <a:spcPct val="100000"/>
              </a:lnSpc>
              <a:spcBef>
                <a:spcPts val="0"/>
              </a:spcBef>
              <a:spcAft>
                <a:spcPts val="0"/>
              </a:spcAft>
              <a:buSzPts val="4500"/>
              <a:buNone/>
              <a:defRPr sz="4500"/>
            </a:lvl8pPr>
            <a:lvl9pPr lvl="8" algn="ctr">
              <a:lnSpc>
                <a:spcPct val="100000"/>
              </a:lnSpc>
              <a:spcBef>
                <a:spcPts val="0"/>
              </a:spcBef>
              <a:spcAft>
                <a:spcPts val="0"/>
              </a:spcAft>
              <a:buSzPts val="4500"/>
              <a:buNone/>
              <a:defRPr sz="4500"/>
            </a:lvl9pPr>
          </a:lstStyle>
          <a:p/>
        </p:txBody>
      </p:sp>
      <p:sp>
        <p:nvSpPr>
          <p:cNvPr id="38" name="Google Shape;38;p9"/>
          <p:cNvSpPr txBox="1"/>
          <p:nvPr>
            <p:ph idx="12" type="sldNum"/>
          </p:nvPr>
        </p:nvSpPr>
        <p:spPr>
          <a:xfrm>
            <a:off x="13555933" y="7461147"/>
            <a:ext cx="877800" cy="629700"/>
          </a:xfrm>
          <a:prstGeom prst="rect">
            <a:avLst/>
          </a:prstGeom>
        </p:spPr>
        <p:txBody>
          <a:bodyPr anchorCtr="0" anchor="ctr" bIns="146275" lIns="146275" spcFirstLastPara="1" rIns="146275" wrap="square" tIns="1462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9" name="Shape 39"/>
        <p:cNvGrpSpPr/>
        <p:nvPr/>
      </p:nvGrpSpPr>
      <p:grpSpPr>
        <a:xfrm>
          <a:off x="0" y="0"/>
          <a:ext cx="0" cy="0"/>
          <a:chOff x="0" y="0"/>
          <a:chExt cx="0" cy="0"/>
        </a:xfrm>
      </p:grpSpPr>
      <p:sp>
        <p:nvSpPr>
          <p:cNvPr id="40" name="Google Shape;40;p10"/>
          <p:cNvSpPr txBox="1"/>
          <p:nvPr>
            <p:ph type="title"/>
          </p:nvPr>
        </p:nvSpPr>
        <p:spPr>
          <a:xfrm>
            <a:off x="498720" y="3441360"/>
            <a:ext cx="13632900" cy="1347000"/>
          </a:xfrm>
          <a:prstGeom prst="rect">
            <a:avLst/>
          </a:prstGeom>
        </p:spPr>
        <p:txBody>
          <a:bodyPr anchorCtr="0" anchor="ctr" bIns="146275" lIns="146275" spcFirstLastPara="1" rIns="146275" wrap="square" tIns="146275">
            <a:normAutofit/>
          </a:bodyPr>
          <a:lstStyle>
            <a:lvl1pPr lvl="0" algn="ctr">
              <a:spcBef>
                <a:spcPts val="0"/>
              </a:spcBef>
              <a:spcAft>
                <a:spcPts val="0"/>
              </a:spcAft>
              <a:buSzPts val="5800"/>
              <a:buNone/>
              <a:defRPr sz="5800"/>
            </a:lvl1pPr>
            <a:lvl2pPr lvl="1" algn="ctr">
              <a:spcBef>
                <a:spcPts val="0"/>
              </a:spcBef>
              <a:spcAft>
                <a:spcPts val="0"/>
              </a:spcAft>
              <a:buSzPts val="5800"/>
              <a:buNone/>
              <a:defRPr sz="5800"/>
            </a:lvl2pPr>
            <a:lvl3pPr lvl="2" algn="ctr">
              <a:spcBef>
                <a:spcPts val="0"/>
              </a:spcBef>
              <a:spcAft>
                <a:spcPts val="0"/>
              </a:spcAft>
              <a:buSzPts val="5800"/>
              <a:buNone/>
              <a:defRPr sz="5800"/>
            </a:lvl3pPr>
            <a:lvl4pPr lvl="3" algn="ctr">
              <a:spcBef>
                <a:spcPts val="0"/>
              </a:spcBef>
              <a:spcAft>
                <a:spcPts val="0"/>
              </a:spcAft>
              <a:buSzPts val="5800"/>
              <a:buNone/>
              <a:defRPr sz="5800"/>
            </a:lvl4pPr>
            <a:lvl5pPr lvl="4" algn="ctr">
              <a:spcBef>
                <a:spcPts val="0"/>
              </a:spcBef>
              <a:spcAft>
                <a:spcPts val="0"/>
              </a:spcAft>
              <a:buSzPts val="5800"/>
              <a:buNone/>
              <a:defRPr sz="5800"/>
            </a:lvl5pPr>
            <a:lvl6pPr lvl="5" algn="ctr">
              <a:spcBef>
                <a:spcPts val="0"/>
              </a:spcBef>
              <a:spcAft>
                <a:spcPts val="0"/>
              </a:spcAft>
              <a:buSzPts val="5800"/>
              <a:buNone/>
              <a:defRPr sz="5800"/>
            </a:lvl6pPr>
            <a:lvl7pPr lvl="6" algn="ctr">
              <a:spcBef>
                <a:spcPts val="0"/>
              </a:spcBef>
              <a:spcAft>
                <a:spcPts val="0"/>
              </a:spcAft>
              <a:buSzPts val="5800"/>
              <a:buNone/>
              <a:defRPr sz="5800"/>
            </a:lvl7pPr>
            <a:lvl8pPr lvl="7" algn="ctr">
              <a:spcBef>
                <a:spcPts val="0"/>
              </a:spcBef>
              <a:spcAft>
                <a:spcPts val="0"/>
              </a:spcAft>
              <a:buSzPts val="5800"/>
              <a:buNone/>
              <a:defRPr sz="5800"/>
            </a:lvl8pPr>
            <a:lvl9pPr lvl="8" algn="ctr">
              <a:spcBef>
                <a:spcPts val="0"/>
              </a:spcBef>
              <a:spcAft>
                <a:spcPts val="0"/>
              </a:spcAft>
              <a:buSzPts val="5800"/>
              <a:buNone/>
              <a:defRPr sz="5800"/>
            </a:lvl9pPr>
          </a:lstStyle>
          <a:p/>
        </p:txBody>
      </p:sp>
      <p:sp>
        <p:nvSpPr>
          <p:cNvPr id="41" name="Google Shape;41;p10"/>
          <p:cNvSpPr txBox="1"/>
          <p:nvPr>
            <p:ph idx="12" type="sldNum"/>
          </p:nvPr>
        </p:nvSpPr>
        <p:spPr>
          <a:xfrm>
            <a:off x="13555933" y="7461147"/>
            <a:ext cx="877800" cy="629700"/>
          </a:xfrm>
          <a:prstGeom prst="rect">
            <a:avLst/>
          </a:prstGeom>
        </p:spPr>
        <p:txBody>
          <a:bodyPr anchorCtr="0" anchor="ctr" bIns="146275" lIns="146275" spcFirstLastPara="1" rIns="146275" wrap="square" tIns="1462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2" name="Shape 42"/>
        <p:cNvGrpSpPr/>
        <p:nvPr/>
      </p:nvGrpSpPr>
      <p:grpSpPr>
        <a:xfrm>
          <a:off x="0" y="0"/>
          <a:ext cx="0" cy="0"/>
          <a:chOff x="0" y="0"/>
          <a:chExt cx="0" cy="0"/>
        </a:xfrm>
      </p:grpSpPr>
      <p:sp>
        <p:nvSpPr>
          <p:cNvPr id="43" name="Google Shape;43;p11"/>
          <p:cNvSpPr txBox="1"/>
          <p:nvPr>
            <p:ph type="title"/>
          </p:nvPr>
        </p:nvSpPr>
        <p:spPr>
          <a:xfrm>
            <a:off x="498720" y="712040"/>
            <a:ext cx="13632900" cy="916200"/>
          </a:xfrm>
          <a:prstGeom prst="rect">
            <a:avLst/>
          </a:prstGeom>
        </p:spPr>
        <p:txBody>
          <a:bodyPr anchorCtr="0" anchor="t" bIns="146275" lIns="146275" spcFirstLastPara="1" rIns="146275" wrap="square" tIns="146275">
            <a:normAutofit/>
          </a:bodyPr>
          <a:lstStyle>
            <a:lvl1pPr lvl="0">
              <a:spcBef>
                <a:spcPts val="0"/>
              </a:spcBef>
              <a:spcAft>
                <a:spcPts val="0"/>
              </a:spcAft>
              <a:buSzPts val="4500"/>
              <a:buNone/>
              <a:defRPr/>
            </a:lvl1pPr>
            <a:lvl2pPr lvl="1">
              <a:spcBef>
                <a:spcPts val="0"/>
              </a:spcBef>
              <a:spcAft>
                <a:spcPts val="0"/>
              </a:spcAft>
              <a:buSzPts val="4500"/>
              <a:buNone/>
              <a:defRPr/>
            </a:lvl2pPr>
            <a:lvl3pPr lvl="2">
              <a:spcBef>
                <a:spcPts val="0"/>
              </a:spcBef>
              <a:spcAft>
                <a:spcPts val="0"/>
              </a:spcAft>
              <a:buSzPts val="4500"/>
              <a:buNone/>
              <a:defRPr/>
            </a:lvl3pPr>
            <a:lvl4pPr lvl="3">
              <a:spcBef>
                <a:spcPts val="0"/>
              </a:spcBef>
              <a:spcAft>
                <a:spcPts val="0"/>
              </a:spcAft>
              <a:buSzPts val="4500"/>
              <a:buNone/>
              <a:defRPr/>
            </a:lvl4pPr>
            <a:lvl5pPr lvl="4">
              <a:spcBef>
                <a:spcPts val="0"/>
              </a:spcBef>
              <a:spcAft>
                <a:spcPts val="0"/>
              </a:spcAft>
              <a:buSzPts val="4500"/>
              <a:buNone/>
              <a:defRPr/>
            </a:lvl5pPr>
            <a:lvl6pPr lvl="5">
              <a:spcBef>
                <a:spcPts val="0"/>
              </a:spcBef>
              <a:spcAft>
                <a:spcPts val="0"/>
              </a:spcAft>
              <a:buSzPts val="4500"/>
              <a:buNone/>
              <a:defRPr/>
            </a:lvl6pPr>
            <a:lvl7pPr lvl="6">
              <a:spcBef>
                <a:spcPts val="0"/>
              </a:spcBef>
              <a:spcAft>
                <a:spcPts val="0"/>
              </a:spcAft>
              <a:buSzPts val="4500"/>
              <a:buNone/>
              <a:defRPr/>
            </a:lvl7pPr>
            <a:lvl8pPr lvl="7">
              <a:spcBef>
                <a:spcPts val="0"/>
              </a:spcBef>
              <a:spcAft>
                <a:spcPts val="0"/>
              </a:spcAft>
              <a:buSzPts val="4500"/>
              <a:buNone/>
              <a:defRPr/>
            </a:lvl8pPr>
            <a:lvl9pPr lvl="8">
              <a:spcBef>
                <a:spcPts val="0"/>
              </a:spcBef>
              <a:spcAft>
                <a:spcPts val="0"/>
              </a:spcAft>
              <a:buSzPts val="4500"/>
              <a:buNone/>
              <a:defRPr/>
            </a:lvl9pPr>
          </a:lstStyle>
          <a:p/>
        </p:txBody>
      </p:sp>
      <p:sp>
        <p:nvSpPr>
          <p:cNvPr id="44" name="Google Shape;44;p11"/>
          <p:cNvSpPr txBox="1"/>
          <p:nvPr>
            <p:ph idx="1" type="body"/>
          </p:nvPr>
        </p:nvSpPr>
        <p:spPr>
          <a:xfrm>
            <a:off x="498720" y="1843960"/>
            <a:ext cx="13632900" cy="5466300"/>
          </a:xfrm>
          <a:prstGeom prst="rect">
            <a:avLst/>
          </a:prstGeom>
        </p:spPr>
        <p:txBody>
          <a:bodyPr anchorCtr="0" anchor="t" bIns="146275" lIns="146275" spcFirstLastPara="1" rIns="146275" wrap="square" tIns="146275">
            <a:normAutofit/>
          </a:bodyPr>
          <a:lstStyle>
            <a:lvl1pPr indent="-412750" lvl="0" marL="457200">
              <a:spcBef>
                <a:spcPts val="0"/>
              </a:spcBef>
              <a:spcAft>
                <a:spcPts val="0"/>
              </a:spcAft>
              <a:buSzPts val="2900"/>
              <a:buChar char="●"/>
              <a:defRPr/>
            </a:lvl1pPr>
            <a:lvl2pPr indent="-368300" lvl="1" marL="914400">
              <a:spcBef>
                <a:spcPts val="0"/>
              </a:spcBef>
              <a:spcAft>
                <a:spcPts val="0"/>
              </a:spcAft>
              <a:buSzPts val="2200"/>
              <a:buChar char="○"/>
              <a:defRPr/>
            </a:lvl2pPr>
            <a:lvl3pPr indent="-368300" lvl="2" marL="1371600">
              <a:spcBef>
                <a:spcPts val="0"/>
              </a:spcBef>
              <a:spcAft>
                <a:spcPts val="0"/>
              </a:spcAft>
              <a:buSzPts val="2200"/>
              <a:buChar char="■"/>
              <a:defRPr/>
            </a:lvl3pPr>
            <a:lvl4pPr indent="-368300" lvl="3" marL="1828800">
              <a:spcBef>
                <a:spcPts val="0"/>
              </a:spcBef>
              <a:spcAft>
                <a:spcPts val="0"/>
              </a:spcAft>
              <a:buSzPts val="2200"/>
              <a:buChar char="●"/>
              <a:defRPr/>
            </a:lvl4pPr>
            <a:lvl5pPr indent="-368300" lvl="4" marL="2286000">
              <a:spcBef>
                <a:spcPts val="0"/>
              </a:spcBef>
              <a:spcAft>
                <a:spcPts val="0"/>
              </a:spcAft>
              <a:buSzPts val="2200"/>
              <a:buChar char="○"/>
              <a:defRPr/>
            </a:lvl5pPr>
            <a:lvl6pPr indent="-368300" lvl="5" marL="2743200">
              <a:spcBef>
                <a:spcPts val="0"/>
              </a:spcBef>
              <a:spcAft>
                <a:spcPts val="0"/>
              </a:spcAft>
              <a:buSzPts val="2200"/>
              <a:buChar char="■"/>
              <a:defRPr/>
            </a:lvl6pPr>
            <a:lvl7pPr indent="-368300" lvl="6" marL="3200400">
              <a:spcBef>
                <a:spcPts val="0"/>
              </a:spcBef>
              <a:spcAft>
                <a:spcPts val="0"/>
              </a:spcAft>
              <a:buSzPts val="2200"/>
              <a:buChar char="●"/>
              <a:defRPr/>
            </a:lvl7pPr>
            <a:lvl8pPr indent="-368300" lvl="7" marL="3657600">
              <a:spcBef>
                <a:spcPts val="0"/>
              </a:spcBef>
              <a:spcAft>
                <a:spcPts val="0"/>
              </a:spcAft>
              <a:buSzPts val="2200"/>
              <a:buChar char="○"/>
              <a:defRPr/>
            </a:lvl8pPr>
            <a:lvl9pPr indent="-368300" lvl="8" marL="4114800">
              <a:spcBef>
                <a:spcPts val="0"/>
              </a:spcBef>
              <a:spcAft>
                <a:spcPts val="0"/>
              </a:spcAft>
              <a:buSzPts val="2200"/>
              <a:buChar char="■"/>
              <a:defRPr/>
            </a:lvl9pPr>
          </a:lstStyle>
          <a:p/>
        </p:txBody>
      </p:sp>
      <p:sp>
        <p:nvSpPr>
          <p:cNvPr id="45" name="Google Shape;45;p11"/>
          <p:cNvSpPr txBox="1"/>
          <p:nvPr>
            <p:ph idx="12" type="sldNum"/>
          </p:nvPr>
        </p:nvSpPr>
        <p:spPr>
          <a:xfrm>
            <a:off x="13555933" y="7461147"/>
            <a:ext cx="877800" cy="629700"/>
          </a:xfrm>
          <a:prstGeom prst="rect">
            <a:avLst/>
          </a:prstGeom>
        </p:spPr>
        <p:txBody>
          <a:bodyPr anchorCtr="0" anchor="ctr" bIns="146275" lIns="146275" spcFirstLastPara="1" rIns="146275" wrap="square" tIns="1462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6" name="Shape 46"/>
        <p:cNvGrpSpPr/>
        <p:nvPr/>
      </p:nvGrpSpPr>
      <p:grpSpPr>
        <a:xfrm>
          <a:off x="0" y="0"/>
          <a:ext cx="0" cy="0"/>
          <a:chOff x="0" y="0"/>
          <a:chExt cx="0" cy="0"/>
        </a:xfrm>
      </p:grpSpPr>
      <p:sp>
        <p:nvSpPr>
          <p:cNvPr id="47" name="Google Shape;47;p12"/>
          <p:cNvSpPr txBox="1"/>
          <p:nvPr>
            <p:ph type="title"/>
          </p:nvPr>
        </p:nvSpPr>
        <p:spPr>
          <a:xfrm>
            <a:off x="498720" y="712040"/>
            <a:ext cx="13632900" cy="916200"/>
          </a:xfrm>
          <a:prstGeom prst="rect">
            <a:avLst/>
          </a:prstGeom>
        </p:spPr>
        <p:txBody>
          <a:bodyPr anchorCtr="0" anchor="t" bIns="146275" lIns="146275" spcFirstLastPara="1" rIns="146275" wrap="square" tIns="146275">
            <a:normAutofit/>
          </a:bodyPr>
          <a:lstStyle>
            <a:lvl1pPr lvl="0">
              <a:spcBef>
                <a:spcPts val="0"/>
              </a:spcBef>
              <a:spcAft>
                <a:spcPts val="0"/>
              </a:spcAft>
              <a:buSzPts val="4500"/>
              <a:buNone/>
              <a:defRPr/>
            </a:lvl1pPr>
            <a:lvl2pPr lvl="1">
              <a:spcBef>
                <a:spcPts val="0"/>
              </a:spcBef>
              <a:spcAft>
                <a:spcPts val="0"/>
              </a:spcAft>
              <a:buSzPts val="4500"/>
              <a:buNone/>
              <a:defRPr/>
            </a:lvl2pPr>
            <a:lvl3pPr lvl="2">
              <a:spcBef>
                <a:spcPts val="0"/>
              </a:spcBef>
              <a:spcAft>
                <a:spcPts val="0"/>
              </a:spcAft>
              <a:buSzPts val="4500"/>
              <a:buNone/>
              <a:defRPr/>
            </a:lvl3pPr>
            <a:lvl4pPr lvl="3">
              <a:spcBef>
                <a:spcPts val="0"/>
              </a:spcBef>
              <a:spcAft>
                <a:spcPts val="0"/>
              </a:spcAft>
              <a:buSzPts val="4500"/>
              <a:buNone/>
              <a:defRPr/>
            </a:lvl4pPr>
            <a:lvl5pPr lvl="4">
              <a:spcBef>
                <a:spcPts val="0"/>
              </a:spcBef>
              <a:spcAft>
                <a:spcPts val="0"/>
              </a:spcAft>
              <a:buSzPts val="4500"/>
              <a:buNone/>
              <a:defRPr/>
            </a:lvl5pPr>
            <a:lvl6pPr lvl="5">
              <a:spcBef>
                <a:spcPts val="0"/>
              </a:spcBef>
              <a:spcAft>
                <a:spcPts val="0"/>
              </a:spcAft>
              <a:buSzPts val="4500"/>
              <a:buNone/>
              <a:defRPr/>
            </a:lvl6pPr>
            <a:lvl7pPr lvl="6">
              <a:spcBef>
                <a:spcPts val="0"/>
              </a:spcBef>
              <a:spcAft>
                <a:spcPts val="0"/>
              </a:spcAft>
              <a:buSzPts val="4500"/>
              <a:buNone/>
              <a:defRPr/>
            </a:lvl7pPr>
            <a:lvl8pPr lvl="7">
              <a:spcBef>
                <a:spcPts val="0"/>
              </a:spcBef>
              <a:spcAft>
                <a:spcPts val="0"/>
              </a:spcAft>
              <a:buSzPts val="4500"/>
              <a:buNone/>
              <a:defRPr/>
            </a:lvl8pPr>
            <a:lvl9pPr lvl="8">
              <a:spcBef>
                <a:spcPts val="0"/>
              </a:spcBef>
              <a:spcAft>
                <a:spcPts val="0"/>
              </a:spcAft>
              <a:buSzPts val="4500"/>
              <a:buNone/>
              <a:defRPr/>
            </a:lvl9pPr>
          </a:lstStyle>
          <a:p/>
        </p:txBody>
      </p:sp>
      <p:sp>
        <p:nvSpPr>
          <p:cNvPr id="48" name="Google Shape;48;p12"/>
          <p:cNvSpPr txBox="1"/>
          <p:nvPr>
            <p:ph idx="1" type="body"/>
          </p:nvPr>
        </p:nvSpPr>
        <p:spPr>
          <a:xfrm>
            <a:off x="498720" y="1843960"/>
            <a:ext cx="6399900" cy="5466300"/>
          </a:xfrm>
          <a:prstGeom prst="rect">
            <a:avLst/>
          </a:prstGeom>
        </p:spPr>
        <p:txBody>
          <a:bodyPr anchorCtr="0" anchor="t" bIns="146275" lIns="146275" spcFirstLastPara="1" rIns="146275" wrap="square" tIns="146275">
            <a:normAutofit/>
          </a:bodyPr>
          <a:lstStyle>
            <a:lvl1pPr indent="-368300" lvl="0" marL="457200">
              <a:spcBef>
                <a:spcPts val="0"/>
              </a:spcBef>
              <a:spcAft>
                <a:spcPts val="0"/>
              </a:spcAft>
              <a:buSzPts val="2200"/>
              <a:buChar char="●"/>
              <a:defRPr sz="2200"/>
            </a:lvl1pPr>
            <a:lvl2pPr indent="-349250" lvl="1" marL="914400">
              <a:spcBef>
                <a:spcPts val="0"/>
              </a:spcBef>
              <a:spcAft>
                <a:spcPts val="0"/>
              </a:spcAft>
              <a:buSzPts val="1900"/>
              <a:buChar char="○"/>
              <a:defRPr sz="1900"/>
            </a:lvl2pPr>
            <a:lvl3pPr indent="-349250" lvl="2" marL="1371600">
              <a:spcBef>
                <a:spcPts val="0"/>
              </a:spcBef>
              <a:spcAft>
                <a:spcPts val="0"/>
              </a:spcAft>
              <a:buSzPts val="1900"/>
              <a:buChar char="■"/>
              <a:defRPr sz="1900"/>
            </a:lvl3pPr>
            <a:lvl4pPr indent="-349250" lvl="3" marL="1828800">
              <a:spcBef>
                <a:spcPts val="0"/>
              </a:spcBef>
              <a:spcAft>
                <a:spcPts val="0"/>
              </a:spcAft>
              <a:buSzPts val="1900"/>
              <a:buChar char="●"/>
              <a:defRPr sz="1900"/>
            </a:lvl4pPr>
            <a:lvl5pPr indent="-349250" lvl="4" marL="2286000">
              <a:spcBef>
                <a:spcPts val="0"/>
              </a:spcBef>
              <a:spcAft>
                <a:spcPts val="0"/>
              </a:spcAft>
              <a:buSzPts val="1900"/>
              <a:buChar char="○"/>
              <a:defRPr sz="1900"/>
            </a:lvl5pPr>
            <a:lvl6pPr indent="-349250" lvl="5" marL="2743200">
              <a:spcBef>
                <a:spcPts val="0"/>
              </a:spcBef>
              <a:spcAft>
                <a:spcPts val="0"/>
              </a:spcAft>
              <a:buSzPts val="1900"/>
              <a:buChar char="■"/>
              <a:defRPr sz="1900"/>
            </a:lvl6pPr>
            <a:lvl7pPr indent="-349250" lvl="6" marL="3200400">
              <a:spcBef>
                <a:spcPts val="0"/>
              </a:spcBef>
              <a:spcAft>
                <a:spcPts val="0"/>
              </a:spcAft>
              <a:buSzPts val="1900"/>
              <a:buChar char="●"/>
              <a:defRPr sz="1900"/>
            </a:lvl7pPr>
            <a:lvl8pPr indent="-349250" lvl="7" marL="3657600">
              <a:spcBef>
                <a:spcPts val="0"/>
              </a:spcBef>
              <a:spcAft>
                <a:spcPts val="0"/>
              </a:spcAft>
              <a:buSzPts val="1900"/>
              <a:buChar char="○"/>
              <a:defRPr sz="1900"/>
            </a:lvl8pPr>
            <a:lvl9pPr indent="-349250" lvl="8" marL="4114800">
              <a:spcBef>
                <a:spcPts val="0"/>
              </a:spcBef>
              <a:spcAft>
                <a:spcPts val="0"/>
              </a:spcAft>
              <a:buSzPts val="1900"/>
              <a:buChar char="■"/>
              <a:defRPr sz="1900"/>
            </a:lvl9pPr>
          </a:lstStyle>
          <a:p/>
        </p:txBody>
      </p:sp>
      <p:sp>
        <p:nvSpPr>
          <p:cNvPr id="49" name="Google Shape;49;p12"/>
          <p:cNvSpPr txBox="1"/>
          <p:nvPr>
            <p:ph idx="2" type="body"/>
          </p:nvPr>
        </p:nvSpPr>
        <p:spPr>
          <a:xfrm>
            <a:off x="7731840" y="1843960"/>
            <a:ext cx="6399900" cy="5466300"/>
          </a:xfrm>
          <a:prstGeom prst="rect">
            <a:avLst/>
          </a:prstGeom>
        </p:spPr>
        <p:txBody>
          <a:bodyPr anchorCtr="0" anchor="t" bIns="146275" lIns="146275" spcFirstLastPara="1" rIns="146275" wrap="square" tIns="146275">
            <a:normAutofit/>
          </a:bodyPr>
          <a:lstStyle>
            <a:lvl1pPr indent="-368300" lvl="0" marL="457200">
              <a:spcBef>
                <a:spcPts val="0"/>
              </a:spcBef>
              <a:spcAft>
                <a:spcPts val="0"/>
              </a:spcAft>
              <a:buSzPts val="2200"/>
              <a:buChar char="●"/>
              <a:defRPr sz="2200"/>
            </a:lvl1pPr>
            <a:lvl2pPr indent="-349250" lvl="1" marL="914400">
              <a:spcBef>
                <a:spcPts val="0"/>
              </a:spcBef>
              <a:spcAft>
                <a:spcPts val="0"/>
              </a:spcAft>
              <a:buSzPts val="1900"/>
              <a:buChar char="○"/>
              <a:defRPr sz="1900"/>
            </a:lvl2pPr>
            <a:lvl3pPr indent="-349250" lvl="2" marL="1371600">
              <a:spcBef>
                <a:spcPts val="0"/>
              </a:spcBef>
              <a:spcAft>
                <a:spcPts val="0"/>
              </a:spcAft>
              <a:buSzPts val="1900"/>
              <a:buChar char="■"/>
              <a:defRPr sz="1900"/>
            </a:lvl3pPr>
            <a:lvl4pPr indent="-349250" lvl="3" marL="1828800">
              <a:spcBef>
                <a:spcPts val="0"/>
              </a:spcBef>
              <a:spcAft>
                <a:spcPts val="0"/>
              </a:spcAft>
              <a:buSzPts val="1900"/>
              <a:buChar char="●"/>
              <a:defRPr sz="1900"/>
            </a:lvl4pPr>
            <a:lvl5pPr indent="-349250" lvl="4" marL="2286000">
              <a:spcBef>
                <a:spcPts val="0"/>
              </a:spcBef>
              <a:spcAft>
                <a:spcPts val="0"/>
              </a:spcAft>
              <a:buSzPts val="1900"/>
              <a:buChar char="○"/>
              <a:defRPr sz="1900"/>
            </a:lvl5pPr>
            <a:lvl6pPr indent="-349250" lvl="5" marL="2743200">
              <a:spcBef>
                <a:spcPts val="0"/>
              </a:spcBef>
              <a:spcAft>
                <a:spcPts val="0"/>
              </a:spcAft>
              <a:buSzPts val="1900"/>
              <a:buChar char="■"/>
              <a:defRPr sz="1900"/>
            </a:lvl6pPr>
            <a:lvl7pPr indent="-349250" lvl="6" marL="3200400">
              <a:spcBef>
                <a:spcPts val="0"/>
              </a:spcBef>
              <a:spcAft>
                <a:spcPts val="0"/>
              </a:spcAft>
              <a:buSzPts val="1900"/>
              <a:buChar char="●"/>
              <a:defRPr sz="1900"/>
            </a:lvl7pPr>
            <a:lvl8pPr indent="-349250" lvl="7" marL="3657600">
              <a:spcBef>
                <a:spcPts val="0"/>
              </a:spcBef>
              <a:spcAft>
                <a:spcPts val="0"/>
              </a:spcAft>
              <a:buSzPts val="1900"/>
              <a:buChar char="○"/>
              <a:defRPr sz="1900"/>
            </a:lvl8pPr>
            <a:lvl9pPr indent="-349250" lvl="8" marL="4114800">
              <a:spcBef>
                <a:spcPts val="0"/>
              </a:spcBef>
              <a:spcAft>
                <a:spcPts val="0"/>
              </a:spcAft>
              <a:buSzPts val="1900"/>
              <a:buChar char="■"/>
              <a:defRPr sz="1900"/>
            </a:lvl9pPr>
          </a:lstStyle>
          <a:p/>
        </p:txBody>
      </p:sp>
      <p:sp>
        <p:nvSpPr>
          <p:cNvPr id="50" name="Google Shape;50;p12"/>
          <p:cNvSpPr txBox="1"/>
          <p:nvPr>
            <p:ph idx="12" type="sldNum"/>
          </p:nvPr>
        </p:nvSpPr>
        <p:spPr>
          <a:xfrm>
            <a:off x="13555933" y="7461147"/>
            <a:ext cx="877800" cy="629700"/>
          </a:xfrm>
          <a:prstGeom prst="rect">
            <a:avLst/>
          </a:prstGeom>
        </p:spPr>
        <p:txBody>
          <a:bodyPr anchorCtr="0" anchor="ctr" bIns="146275" lIns="146275" spcFirstLastPara="1" rIns="146275" wrap="square" tIns="1462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1" name="Shape 51"/>
        <p:cNvGrpSpPr/>
        <p:nvPr/>
      </p:nvGrpSpPr>
      <p:grpSpPr>
        <a:xfrm>
          <a:off x="0" y="0"/>
          <a:ext cx="0" cy="0"/>
          <a:chOff x="0" y="0"/>
          <a:chExt cx="0" cy="0"/>
        </a:xfrm>
      </p:grpSpPr>
      <p:sp>
        <p:nvSpPr>
          <p:cNvPr id="52" name="Google Shape;52;p13"/>
          <p:cNvSpPr txBox="1"/>
          <p:nvPr>
            <p:ph type="title"/>
          </p:nvPr>
        </p:nvSpPr>
        <p:spPr>
          <a:xfrm>
            <a:off x="498720" y="712040"/>
            <a:ext cx="13632900" cy="916200"/>
          </a:xfrm>
          <a:prstGeom prst="rect">
            <a:avLst/>
          </a:prstGeom>
        </p:spPr>
        <p:txBody>
          <a:bodyPr anchorCtr="0" anchor="t" bIns="146275" lIns="146275" spcFirstLastPara="1" rIns="146275" wrap="square" tIns="146275">
            <a:normAutofit/>
          </a:bodyPr>
          <a:lstStyle>
            <a:lvl1pPr lvl="0">
              <a:spcBef>
                <a:spcPts val="0"/>
              </a:spcBef>
              <a:spcAft>
                <a:spcPts val="0"/>
              </a:spcAft>
              <a:buSzPts val="4500"/>
              <a:buNone/>
              <a:defRPr/>
            </a:lvl1pPr>
            <a:lvl2pPr lvl="1">
              <a:spcBef>
                <a:spcPts val="0"/>
              </a:spcBef>
              <a:spcAft>
                <a:spcPts val="0"/>
              </a:spcAft>
              <a:buSzPts val="4500"/>
              <a:buNone/>
              <a:defRPr/>
            </a:lvl2pPr>
            <a:lvl3pPr lvl="2">
              <a:spcBef>
                <a:spcPts val="0"/>
              </a:spcBef>
              <a:spcAft>
                <a:spcPts val="0"/>
              </a:spcAft>
              <a:buSzPts val="4500"/>
              <a:buNone/>
              <a:defRPr/>
            </a:lvl3pPr>
            <a:lvl4pPr lvl="3">
              <a:spcBef>
                <a:spcPts val="0"/>
              </a:spcBef>
              <a:spcAft>
                <a:spcPts val="0"/>
              </a:spcAft>
              <a:buSzPts val="4500"/>
              <a:buNone/>
              <a:defRPr/>
            </a:lvl4pPr>
            <a:lvl5pPr lvl="4">
              <a:spcBef>
                <a:spcPts val="0"/>
              </a:spcBef>
              <a:spcAft>
                <a:spcPts val="0"/>
              </a:spcAft>
              <a:buSzPts val="4500"/>
              <a:buNone/>
              <a:defRPr/>
            </a:lvl5pPr>
            <a:lvl6pPr lvl="5">
              <a:spcBef>
                <a:spcPts val="0"/>
              </a:spcBef>
              <a:spcAft>
                <a:spcPts val="0"/>
              </a:spcAft>
              <a:buSzPts val="4500"/>
              <a:buNone/>
              <a:defRPr/>
            </a:lvl6pPr>
            <a:lvl7pPr lvl="6">
              <a:spcBef>
                <a:spcPts val="0"/>
              </a:spcBef>
              <a:spcAft>
                <a:spcPts val="0"/>
              </a:spcAft>
              <a:buSzPts val="4500"/>
              <a:buNone/>
              <a:defRPr/>
            </a:lvl7pPr>
            <a:lvl8pPr lvl="7">
              <a:spcBef>
                <a:spcPts val="0"/>
              </a:spcBef>
              <a:spcAft>
                <a:spcPts val="0"/>
              </a:spcAft>
              <a:buSzPts val="4500"/>
              <a:buNone/>
              <a:defRPr/>
            </a:lvl8pPr>
            <a:lvl9pPr lvl="8">
              <a:spcBef>
                <a:spcPts val="0"/>
              </a:spcBef>
              <a:spcAft>
                <a:spcPts val="0"/>
              </a:spcAft>
              <a:buSzPts val="4500"/>
              <a:buNone/>
              <a:defRPr/>
            </a:lvl9pPr>
          </a:lstStyle>
          <a:p/>
        </p:txBody>
      </p:sp>
      <p:sp>
        <p:nvSpPr>
          <p:cNvPr id="53" name="Google Shape;53;p13"/>
          <p:cNvSpPr txBox="1"/>
          <p:nvPr>
            <p:ph idx="12" type="sldNum"/>
          </p:nvPr>
        </p:nvSpPr>
        <p:spPr>
          <a:xfrm>
            <a:off x="13555933" y="7461147"/>
            <a:ext cx="877800" cy="629700"/>
          </a:xfrm>
          <a:prstGeom prst="rect">
            <a:avLst/>
          </a:prstGeom>
        </p:spPr>
        <p:txBody>
          <a:bodyPr anchorCtr="0" anchor="ctr" bIns="146275" lIns="146275" spcFirstLastPara="1" rIns="146275" wrap="square" tIns="1462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4" name="Shape 54"/>
        <p:cNvGrpSpPr/>
        <p:nvPr/>
      </p:nvGrpSpPr>
      <p:grpSpPr>
        <a:xfrm>
          <a:off x="0" y="0"/>
          <a:ext cx="0" cy="0"/>
          <a:chOff x="0" y="0"/>
          <a:chExt cx="0" cy="0"/>
        </a:xfrm>
      </p:grpSpPr>
      <p:sp>
        <p:nvSpPr>
          <p:cNvPr id="55" name="Google Shape;55;p14"/>
          <p:cNvSpPr txBox="1"/>
          <p:nvPr>
            <p:ph type="title"/>
          </p:nvPr>
        </p:nvSpPr>
        <p:spPr>
          <a:xfrm>
            <a:off x="498720" y="888960"/>
            <a:ext cx="4492800" cy="1209000"/>
          </a:xfrm>
          <a:prstGeom prst="rect">
            <a:avLst/>
          </a:prstGeom>
        </p:spPr>
        <p:txBody>
          <a:bodyPr anchorCtr="0" anchor="b" bIns="146275" lIns="146275" spcFirstLastPara="1" rIns="146275" wrap="square" tIns="146275">
            <a:normAutofit/>
          </a:bodyPr>
          <a:lstStyle>
            <a:lvl1pPr lvl="0">
              <a:spcBef>
                <a:spcPts val="0"/>
              </a:spcBef>
              <a:spcAft>
                <a:spcPts val="0"/>
              </a:spcAft>
              <a:buSzPts val="3800"/>
              <a:buNone/>
              <a:defRPr sz="3800"/>
            </a:lvl1pPr>
            <a:lvl2pPr lvl="1">
              <a:spcBef>
                <a:spcPts val="0"/>
              </a:spcBef>
              <a:spcAft>
                <a:spcPts val="0"/>
              </a:spcAft>
              <a:buSzPts val="3800"/>
              <a:buNone/>
              <a:defRPr sz="3800"/>
            </a:lvl2pPr>
            <a:lvl3pPr lvl="2">
              <a:spcBef>
                <a:spcPts val="0"/>
              </a:spcBef>
              <a:spcAft>
                <a:spcPts val="0"/>
              </a:spcAft>
              <a:buSzPts val="3800"/>
              <a:buNone/>
              <a:defRPr sz="3800"/>
            </a:lvl3pPr>
            <a:lvl4pPr lvl="3">
              <a:spcBef>
                <a:spcPts val="0"/>
              </a:spcBef>
              <a:spcAft>
                <a:spcPts val="0"/>
              </a:spcAft>
              <a:buSzPts val="3800"/>
              <a:buNone/>
              <a:defRPr sz="3800"/>
            </a:lvl4pPr>
            <a:lvl5pPr lvl="4">
              <a:spcBef>
                <a:spcPts val="0"/>
              </a:spcBef>
              <a:spcAft>
                <a:spcPts val="0"/>
              </a:spcAft>
              <a:buSzPts val="3800"/>
              <a:buNone/>
              <a:defRPr sz="3800"/>
            </a:lvl5pPr>
            <a:lvl6pPr lvl="5">
              <a:spcBef>
                <a:spcPts val="0"/>
              </a:spcBef>
              <a:spcAft>
                <a:spcPts val="0"/>
              </a:spcAft>
              <a:buSzPts val="3800"/>
              <a:buNone/>
              <a:defRPr sz="3800"/>
            </a:lvl6pPr>
            <a:lvl7pPr lvl="6">
              <a:spcBef>
                <a:spcPts val="0"/>
              </a:spcBef>
              <a:spcAft>
                <a:spcPts val="0"/>
              </a:spcAft>
              <a:buSzPts val="3800"/>
              <a:buNone/>
              <a:defRPr sz="3800"/>
            </a:lvl7pPr>
            <a:lvl8pPr lvl="7">
              <a:spcBef>
                <a:spcPts val="0"/>
              </a:spcBef>
              <a:spcAft>
                <a:spcPts val="0"/>
              </a:spcAft>
              <a:buSzPts val="3800"/>
              <a:buNone/>
              <a:defRPr sz="3800"/>
            </a:lvl8pPr>
            <a:lvl9pPr lvl="8">
              <a:spcBef>
                <a:spcPts val="0"/>
              </a:spcBef>
              <a:spcAft>
                <a:spcPts val="0"/>
              </a:spcAft>
              <a:buSzPts val="3800"/>
              <a:buNone/>
              <a:defRPr sz="3800"/>
            </a:lvl9pPr>
          </a:lstStyle>
          <a:p/>
        </p:txBody>
      </p:sp>
      <p:sp>
        <p:nvSpPr>
          <p:cNvPr id="56" name="Google Shape;56;p14"/>
          <p:cNvSpPr txBox="1"/>
          <p:nvPr>
            <p:ph idx="1" type="body"/>
          </p:nvPr>
        </p:nvSpPr>
        <p:spPr>
          <a:xfrm>
            <a:off x="498720" y="2223360"/>
            <a:ext cx="4492800" cy="5087100"/>
          </a:xfrm>
          <a:prstGeom prst="rect">
            <a:avLst/>
          </a:prstGeom>
        </p:spPr>
        <p:txBody>
          <a:bodyPr anchorCtr="0" anchor="t" bIns="146275" lIns="146275" spcFirstLastPara="1" rIns="146275" wrap="square" tIns="146275">
            <a:normAutofit/>
          </a:bodyPr>
          <a:lstStyle>
            <a:lvl1pPr indent="-349250" lvl="0" marL="457200">
              <a:spcBef>
                <a:spcPts val="0"/>
              </a:spcBef>
              <a:spcAft>
                <a:spcPts val="0"/>
              </a:spcAft>
              <a:buSzPts val="1900"/>
              <a:buChar char="●"/>
              <a:defRPr sz="1900"/>
            </a:lvl1pPr>
            <a:lvl2pPr indent="-349250" lvl="1" marL="914400">
              <a:spcBef>
                <a:spcPts val="0"/>
              </a:spcBef>
              <a:spcAft>
                <a:spcPts val="0"/>
              </a:spcAft>
              <a:buSzPts val="1900"/>
              <a:buChar char="○"/>
              <a:defRPr sz="1900"/>
            </a:lvl2pPr>
            <a:lvl3pPr indent="-349250" lvl="2" marL="1371600">
              <a:spcBef>
                <a:spcPts val="0"/>
              </a:spcBef>
              <a:spcAft>
                <a:spcPts val="0"/>
              </a:spcAft>
              <a:buSzPts val="1900"/>
              <a:buChar char="■"/>
              <a:defRPr sz="1900"/>
            </a:lvl3pPr>
            <a:lvl4pPr indent="-349250" lvl="3" marL="1828800">
              <a:spcBef>
                <a:spcPts val="0"/>
              </a:spcBef>
              <a:spcAft>
                <a:spcPts val="0"/>
              </a:spcAft>
              <a:buSzPts val="1900"/>
              <a:buChar char="●"/>
              <a:defRPr sz="1900"/>
            </a:lvl4pPr>
            <a:lvl5pPr indent="-349250" lvl="4" marL="2286000">
              <a:spcBef>
                <a:spcPts val="0"/>
              </a:spcBef>
              <a:spcAft>
                <a:spcPts val="0"/>
              </a:spcAft>
              <a:buSzPts val="1900"/>
              <a:buChar char="○"/>
              <a:defRPr sz="1900"/>
            </a:lvl5pPr>
            <a:lvl6pPr indent="-349250" lvl="5" marL="2743200">
              <a:spcBef>
                <a:spcPts val="0"/>
              </a:spcBef>
              <a:spcAft>
                <a:spcPts val="0"/>
              </a:spcAft>
              <a:buSzPts val="1900"/>
              <a:buChar char="■"/>
              <a:defRPr sz="1900"/>
            </a:lvl6pPr>
            <a:lvl7pPr indent="-349250" lvl="6" marL="3200400">
              <a:spcBef>
                <a:spcPts val="0"/>
              </a:spcBef>
              <a:spcAft>
                <a:spcPts val="0"/>
              </a:spcAft>
              <a:buSzPts val="1900"/>
              <a:buChar char="●"/>
              <a:defRPr sz="1900"/>
            </a:lvl7pPr>
            <a:lvl8pPr indent="-349250" lvl="7" marL="3657600">
              <a:spcBef>
                <a:spcPts val="0"/>
              </a:spcBef>
              <a:spcAft>
                <a:spcPts val="0"/>
              </a:spcAft>
              <a:buSzPts val="1900"/>
              <a:buChar char="○"/>
              <a:defRPr sz="1900"/>
            </a:lvl8pPr>
            <a:lvl9pPr indent="-349250" lvl="8" marL="4114800">
              <a:spcBef>
                <a:spcPts val="0"/>
              </a:spcBef>
              <a:spcAft>
                <a:spcPts val="0"/>
              </a:spcAft>
              <a:buSzPts val="1900"/>
              <a:buChar char="■"/>
              <a:defRPr sz="1900"/>
            </a:lvl9pPr>
          </a:lstStyle>
          <a:p/>
        </p:txBody>
      </p:sp>
      <p:sp>
        <p:nvSpPr>
          <p:cNvPr id="57" name="Google Shape;57;p14"/>
          <p:cNvSpPr txBox="1"/>
          <p:nvPr>
            <p:ph idx="12" type="sldNum"/>
          </p:nvPr>
        </p:nvSpPr>
        <p:spPr>
          <a:xfrm>
            <a:off x="13555933" y="7461147"/>
            <a:ext cx="877800" cy="629700"/>
          </a:xfrm>
          <a:prstGeom prst="rect">
            <a:avLst/>
          </a:prstGeom>
        </p:spPr>
        <p:txBody>
          <a:bodyPr anchorCtr="0" anchor="ctr" bIns="146275" lIns="146275" spcFirstLastPara="1" rIns="146275" wrap="square" tIns="1462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8" name="Shape 58"/>
        <p:cNvGrpSpPr/>
        <p:nvPr/>
      </p:nvGrpSpPr>
      <p:grpSpPr>
        <a:xfrm>
          <a:off x="0" y="0"/>
          <a:ext cx="0" cy="0"/>
          <a:chOff x="0" y="0"/>
          <a:chExt cx="0" cy="0"/>
        </a:xfrm>
      </p:grpSpPr>
      <p:sp>
        <p:nvSpPr>
          <p:cNvPr id="59" name="Google Shape;59;p15"/>
          <p:cNvSpPr txBox="1"/>
          <p:nvPr>
            <p:ph type="title"/>
          </p:nvPr>
        </p:nvSpPr>
        <p:spPr>
          <a:xfrm>
            <a:off x="784400" y="720240"/>
            <a:ext cx="10188600" cy="6545400"/>
          </a:xfrm>
          <a:prstGeom prst="rect">
            <a:avLst/>
          </a:prstGeom>
        </p:spPr>
        <p:txBody>
          <a:bodyPr anchorCtr="0" anchor="ctr" bIns="146275" lIns="146275" spcFirstLastPara="1" rIns="146275" wrap="square" tIns="146275">
            <a:normAutofit/>
          </a:bodyPr>
          <a:lstStyle>
            <a:lvl1pPr lvl="0">
              <a:spcBef>
                <a:spcPts val="0"/>
              </a:spcBef>
              <a:spcAft>
                <a:spcPts val="0"/>
              </a:spcAft>
              <a:buSzPts val="7700"/>
              <a:buNone/>
              <a:defRPr sz="7700"/>
            </a:lvl1pPr>
            <a:lvl2pPr lvl="1">
              <a:spcBef>
                <a:spcPts val="0"/>
              </a:spcBef>
              <a:spcAft>
                <a:spcPts val="0"/>
              </a:spcAft>
              <a:buSzPts val="7700"/>
              <a:buNone/>
              <a:defRPr sz="7700"/>
            </a:lvl2pPr>
            <a:lvl3pPr lvl="2">
              <a:spcBef>
                <a:spcPts val="0"/>
              </a:spcBef>
              <a:spcAft>
                <a:spcPts val="0"/>
              </a:spcAft>
              <a:buSzPts val="7700"/>
              <a:buNone/>
              <a:defRPr sz="7700"/>
            </a:lvl3pPr>
            <a:lvl4pPr lvl="3">
              <a:spcBef>
                <a:spcPts val="0"/>
              </a:spcBef>
              <a:spcAft>
                <a:spcPts val="0"/>
              </a:spcAft>
              <a:buSzPts val="7700"/>
              <a:buNone/>
              <a:defRPr sz="7700"/>
            </a:lvl4pPr>
            <a:lvl5pPr lvl="4">
              <a:spcBef>
                <a:spcPts val="0"/>
              </a:spcBef>
              <a:spcAft>
                <a:spcPts val="0"/>
              </a:spcAft>
              <a:buSzPts val="7700"/>
              <a:buNone/>
              <a:defRPr sz="7700"/>
            </a:lvl5pPr>
            <a:lvl6pPr lvl="5">
              <a:spcBef>
                <a:spcPts val="0"/>
              </a:spcBef>
              <a:spcAft>
                <a:spcPts val="0"/>
              </a:spcAft>
              <a:buSzPts val="7700"/>
              <a:buNone/>
              <a:defRPr sz="7700"/>
            </a:lvl6pPr>
            <a:lvl7pPr lvl="6">
              <a:spcBef>
                <a:spcPts val="0"/>
              </a:spcBef>
              <a:spcAft>
                <a:spcPts val="0"/>
              </a:spcAft>
              <a:buSzPts val="7700"/>
              <a:buNone/>
              <a:defRPr sz="7700"/>
            </a:lvl7pPr>
            <a:lvl8pPr lvl="7">
              <a:spcBef>
                <a:spcPts val="0"/>
              </a:spcBef>
              <a:spcAft>
                <a:spcPts val="0"/>
              </a:spcAft>
              <a:buSzPts val="7700"/>
              <a:buNone/>
              <a:defRPr sz="7700"/>
            </a:lvl8pPr>
            <a:lvl9pPr lvl="8">
              <a:spcBef>
                <a:spcPts val="0"/>
              </a:spcBef>
              <a:spcAft>
                <a:spcPts val="0"/>
              </a:spcAft>
              <a:buSzPts val="7700"/>
              <a:buNone/>
              <a:defRPr sz="7700"/>
            </a:lvl9pPr>
          </a:lstStyle>
          <a:p/>
        </p:txBody>
      </p:sp>
      <p:sp>
        <p:nvSpPr>
          <p:cNvPr id="60" name="Google Shape;60;p15"/>
          <p:cNvSpPr txBox="1"/>
          <p:nvPr>
            <p:ph idx="12" type="sldNum"/>
          </p:nvPr>
        </p:nvSpPr>
        <p:spPr>
          <a:xfrm>
            <a:off x="13555933" y="7461147"/>
            <a:ext cx="877800" cy="629700"/>
          </a:xfrm>
          <a:prstGeom prst="rect">
            <a:avLst/>
          </a:prstGeom>
        </p:spPr>
        <p:txBody>
          <a:bodyPr anchorCtr="0" anchor="ctr" bIns="146275" lIns="146275" spcFirstLastPara="1" rIns="146275" wrap="square" tIns="1462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16"/>
          <p:cNvSpPr/>
          <p:nvPr/>
        </p:nvSpPr>
        <p:spPr>
          <a:xfrm>
            <a:off x="7315200" y="-200"/>
            <a:ext cx="7315200" cy="8229600"/>
          </a:xfrm>
          <a:prstGeom prst="rect">
            <a:avLst/>
          </a:prstGeom>
          <a:solidFill>
            <a:schemeClr val="lt2"/>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sp>
        <p:nvSpPr>
          <p:cNvPr id="63" name="Google Shape;63;p16"/>
          <p:cNvSpPr txBox="1"/>
          <p:nvPr>
            <p:ph type="title"/>
          </p:nvPr>
        </p:nvSpPr>
        <p:spPr>
          <a:xfrm>
            <a:off x="424800" y="1973080"/>
            <a:ext cx="6472200" cy="2371800"/>
          </a:xfrm>
          <a:prstGeom prst="rect">
            <a:avLst/>
          </a:prstGeom>
        </p:spPr>
        <p:txBody>
          <a:bodyPr anchorCtr="0" anchor="b" bIns="146275" lIns="146275" spcFirstLastPara="1" rIns="146275" wrap="square" tIns="146275">
            <a:normAutofit/>
          </a:bodyPr>
          <a:lstStyle>
            <a:lvl1pPr lvl="0" algn="ctr">
              <a:spcBef>
                <a:spcPts val="0"/>
              </a:spcBef>
              <a:spcAft>
                <a:spcPts val="0"/>
              </a:spcAft>
              <a:buSzPts val="6700"/>
              <a:buNone/>
              <a:defRPr sz="6700"/>
            </a:lvl1pPr>
            <a:lvl2pPr lvl="1" algn="ctr">
              <a:spcBef>
                <a:spcPts val="0"/>
              </a:spcBef>
              <a:spcAft>
                <a:spcPts val="0"/>
              </a:spcAft>
              <a:buSzPts val="6700"/>
              <a:buNone/>
              <a:defRPr sz="6700"/>
            </a:lvl2pPr>
            <a:lvl3pPr lvl="2" algn="ctr">
              <a:spcBef>
                <a:spcPts val="0"/>
              </a:spcBef>
              <a:spcAft>
                <a:spcPts val="0"/>
              </a:spcAft>
              <a:buSzPts val="6700"/>
              <a:buNone/>
              <a:defRPr sz="6700"/>
            </a:lvl3pPr>
            <a:lvl4pPr lvl="3" algn="ctr">
              <a:spcBef>
                <a:spcPts val="0"/>
              </a:spcBef>
              <a:spcAft>
                <a:spcPts val="0"/>
              </a:spcAft>
              <a:buSzPts val="6700"/>
              <a:buNone/>
              <a:defRPr sz="6700"/>
            </a:lvl4pPr>
            <a:lvl5pPr lvl="4" algn="ctr">
              <a:spcBef>
                <a:spcPts val="0"/>
              </a:spcBef>
              <a:spcAft>
                <a:spcPts val="0"/>
              </a:spcAft>
              <a:buSzPts val="6700"/>
              <a:buNone/>
              <a:defRPr sz="6700"/>
            </a:lvl5pPr>
            <a:lvl6pPr lvl="5" algn="ctr">
              <a:spcBef>
                <a:spcPts val="0"/>
              </a:spcBef>
              <a:spcAft>
                <a:spcPts val="0"/>
              </a:spcAft>
              <a:buSzPts val="6700"/>
              <a:buNone/>
              <a:defRPr sz="6700"/>
            </a:lvl6pPr>
            <a:lvl7pPr lvl="6" algn="ctr">
              <a:spcBef>
                <a:spcPts val="0"/>
              </a:spcBef>
              <a:spcAft>
                <a:spcPts val="0"/>
              </a:spcAft>
              <a:buSzPts val="6700"/>
              <a:buNone/>
              <a:defRPr sz="6700"/>
            </a:lvl7pPr>
            <a:lvl8pPr lvl="7" algn="ctr">
              <a:spcBef>
                <a:spcPts val="0"/>
              </a:spcBef>
              <a:spcAft>
                <a:spcPts val="0"/>
              </a:spcAft>
              <a:buSzPts val="6700"/>
              <a:buNone/>
              <a:defRPr sz="6700"/>
            </a:lvl8pPr>
            <a:lvl9pPr lvl="8" algn="ctr">
              <a:spcBef>
                <a:spcPts val="0"/>
              </a:spcBef>
              <a:spcAft>
                <a:spcPts val="0"/>
              </a:spcAft>
              <a:buSzPts val="6700"/>
              <a:buNone/>
              <a:defRPr sz="6700"/>
            </a:lvl9pPr>
          </a:lstStyle>
          <a:p/>
        </p:txBody>
      </p:sp>
      <p:sp>
        <p:nvSpPr>
          <p:cNvPr id="64" name="Google Shape;64;p16"/>
          <p:cNvSpPr txBox="1"/>
          <p:nvPr>
            <p:ph idx="1" type="subTitle"/>
          </p:nvPr>
        </p:nvSpPr>
        <p:spPr>
          <a:xfrm>
            <a:off x="424800" y="4484920"/>
            <a:ext cx="6472200" cy="1976100"/>
          </a:xfrm>
          <a:prstGeom prst="rect">
            <a:avLst/>
          </a:prstGeom>
        </p:spPr>
        <p:txBody>
          <a:bodyPr anchorCtr="0" anchor="t" bIns="146275" lIns="146275" spcFirstLastPara="1" rIns="146275" wrap="square" tIns="146275">
            <a:normAutofit/>
          </a:bodyPr>
          <a:lstStyle>
            <a:lvl1pPr lvl="0" algn="ctr">
              <a:lnSpc>
                <a:spcPct val="100000"/>
              </a:lnSpc>
              <a:spcBef>
                <a:spcPts val="0"/>
              </a:spcBef>
              <a:spcAft>
                <a:spcPts val="0"/>
              </a:spcAft>
              <a:buSzPts val="3400"/>
              <a:buNone/>
              <a:defRPr sz="3400"/>
            </a:lvl1pPr>
            <a:lvl2pPr lvl="1" algn="ctr">
              <a:lnSpc>
                <a:spcPct val="100000"/>
              </a:lnSpc>
              <a:spcBef>
                <a:spcPts val="0"/>
              </a:spcBef>
              <a:spcAft>
                <a:spcPts val="0"/>
              </a:spcAft>
              <a:buSzPts val="3400"/>
              <a:buNone/>
              <a:defRPr sz="3400"/>
            </a:lvl2pPr>
            <a:lvl3pPr lvl="2" algn="ctr">
              <a:lnSpc>
                <a:spcPct val="100000"/>
              </a:lnSpc>
              <a:spcBef>
                <a:spcPts val="0"/>
              </a:spcBef>
              <a:spcAft>
                <a:spcPts val="0"/>
              </a:spcAft>
              <a:buSzPts val="3400"/>
              <a:buNone/>
              <a:defRPr sz="3400"/>
            </a:lvl3pPr>
            <a:lvl4pPr lvl="3" algn="ctr">
              <a:lnSpc>
                <a:spcPct val="100000"/>
              </a:lnSpc>
              <a:spcBef>
                <a:spcPts val="0"/>
              </a:spcBef>
              <a:spcAft>
                <a:spcPts val="0"/>
              </a:spcAft>
              <a:buSzPts val="3400"/>
              <a:buNone/>
              <a:defRPr sz="3400"/>
            </a:lvl4pPr>
            <a:lvl5pPr lvl="4" algn="ctr">
              <a:lnSpc>
                <a:spcPct val="100000"/>
              </a:lnSpc>
              <a:spcBef>
                <a:spcPts val="0"/>
              </a:spcBef>
              <a:spcAft>
                <a:spcPts val="0"/>
              </a:spcAft>
              <a:buSzPts val="3400"/>
              <a:buNone/>
              <a:defRPr sz="3400"/>
            </a:lvl5pPr>
            <a:lvl6pPr lvl="5" algn="ctr">
              <a:lnSpc>
                <a:spcPct val="100000"/>
              </a:lnSpc>
              <a:spcBef>
                <a:spcPts val="0"/>
              </a:spcBef>
              <a:spcAft>
                <a:spcPts val="0"/>
              </a:spcAft>
              <a:buSzPts val="3400"/>
              <a:buNone/>
              <a:defRPr sz="3400"/>
            </a:lvl6pPr>
            <a:lvl7pPr lvl="6" algn="ctr">
              <a:lnSpc>
                <a:spcPct val="100000"/>
              </a:lnSpc>
              <a:spcBef>
                <a:spcPts val="0"/>
              </a:spcBef>
              <a:spcAft>
                <a:spcPts val="0"/>
              </a:spcAft>
              <a:buSzPts val="3400"/>
              <a:buNone/>
              <a:defRPr sz="3400"/>
            </a:lvl7pPr>
            <a:lvl8pPr lvl="7" algn="ctr">
              <a:lnSpc>
                <a:spcPct val="100000"/>
              </a:lnSpc>
              <a:spcBef>
                <a:spcPts val="0"/>
              </a:spcBef>
              <a:spcAft>
                <a:spcPts val="0"/>
              </a:spcAft>
              <a:buSzPts val="3400"/>
              <a:buNone/>
              <a:defRPr sz="3400"/>
            </a:lvl8pPr>
            <a:lvl9pPr lvl="8" algn="ctr">
              <a:lnSpc>
                <a:spcPct val="100000"/>
              </a:lnSpc>
              <a:spcBef>
                <a:spcPts val="0"/>
              </a:spcBef>
              <a:spcAft>
                <a:spcPts val="0"/>
              </a:spcAft>
              <a:buSzPts val="3400"/>
              <a:buNone/>
              <a:defRPr sz="3400"/>
            </a:lvl9pPr>
          </a:lstStyle>
          <a:p/>
        </p:txBody>
      </p:sp>
      <p:sp>
        <p:nvSpPr>
          <p:cNvPr id="65" name="Google Shape;65;p16"/>
          <p:cNvSpPr txBox="1"/>
          <p:nvPr>
            <p:ph idx="2" type="body"/>
          </p:nvPr>
        </p:nvSpPr>
        <p:spPr>
          <a:xfrm>
            <a:off x="7903200" y="1158520"/>
            <a:ext cx="6139200" cy="5912100"/>
          </a:xfrm>
          <a:prstGeom prst="rect">
            <a:avLst/>
          </a:prstGeom>
        </p:spPr>
        <p:txBody>
          <a:bodyPr anchorCtr="0" anchor="ctr" bIns="146275" lIns="146275" spcFirstLastPara="1" rIns="146275" wrap="square" tIns="146275">
            <a:normAutofit/>
          </a:bodyPr>
          <a:lstStyle>
            <a:lvl1pPr indent="-412750" lvl="0" marL="457200">
              <a:spcBef>
                <a:spcPts val="0"/>
              </a:spcBef>
              <a:spcAft>
                <a:spcPts val="0"/>
              </a:spcAft>
              <a:buSzPts val="2900"/>
              <a:buChar char="●"/>
              <a:defRPr/>
            </a:lvl1pPr>
            <a:lvl2pPr indent="-368300" lvl="1" marL="914400">
              <a:spcBef>
                <a:spcPts val="0"/>
              </a:spcBef>
              <a:spcAft>
                <a:spcPts val="0"/>
              </a:spcAft>
              <a:buSzPts val="2200"/>
              <a:buChar char="○"/>
              <a:defRPr/>
            </a:lvl2pPr>
            <a:lvl3pPr indent="-368300" lvl="2" marL="1371600">
              <a:spcBef>
                <a:spcPts val="0"/>
              </a:spcBef>
              <a:spcAft>
                <a:spcPts val="0"/>
              </a:spcAft>
              <a:buSzPts val="2200"/>
              <a:buChar char="■"/>
              <a:defRPr/>
            </a:lvl3pPr>
            <a:lvl4pPr indent="-368300" lvl="3" marL="1828800">
              <a:spcBef>
                <a:spcPts val="0"/>
              </a:spcBef>
              <a:spcAft>
                <a:spcPts val="0"/>
              </a:spcAft>
              <a:buSzPts val="2200"/>
              <a:buChar char="●"/>
              <a:defRPr/>
            </a:lvl4pPr>
            <a:lvl5pPr indent="-368300" lvl="4" marL="2286000">
              <a:spcBef>
                <a:spcPts val="0"/>
              </a:spcBef>
              <a:spcAft>
                <a:spcPts val="0"/>
              </a:spcAft>
              <a:buSzPts val="2200"/>
              <a:buChar char="○"/>
              <a:defRPr/>
            </a:lvl5pPr>
            <a:lvl6pPr indent="-368300" lvl="5" marL="2743200">
              <a:spcBef>
                <a:spcPts val="0"/>
              </a:spcBef>
              <a:spcAft>
                <a:spcPts val="0"/>
              </a:spcAft>
              <a:buSzPts val="2200"/>
              <a:buChar char="■"/>
              <a:defRPr/>
            </a:lvl6pPr>
            <a:lvl7pPr indent="-368300" lvl="6" marL="3200400">
              <a:spcBef>
                <a:spcPts val="0"/>
              </a:spcBef>
              <a:spcAft>
                <a:spcPts val="0"/>
              </a:spcAft>
              <a:buSzPts val="2200"/>
              <a:buChar char="●"/>
              <a:defRPr/>
            </a:lvl7pPr>
            <a:lvl8pPr indent="-368300" lvl="7" marL="3657600">
              <a:spcBef>
                <a:spcPts val="0"/>
              </a:spcBef>
              <a:spcAft>
                <a:spcPts val="0"/>
              </a:spcAft>
              <a:buSzPts val="2200"/>
              <a:buChar char="○"/>
              <a:defRPr/>
            </a:lvl8pPr>
            <a:lvl9pPr indent="-368300" lvl="8" marL="4114800">
              <a:spcBef>
                <a:spcPts val="0"/>
              </a:spcBef>
              <a:spcAft>
                <a:spcPts val="0"/>
              </a:spcAft>
              <a:buSzPts val="2200"/>
              <a:buChar char="■"/>
              <a:defRPr/>
            </a:lvl9pPr>
          </a:lstStyle>
          <a:p/>
        </p:txBody>
      </p:sp>
      <p:sp>
        <p:nvSpPr>
          <p:cNvPr id="66" name="Google Shape;66;p16"/>
          <p:cNvSpPr txBox="1"/>
          <p:nvPr>
            <p:ph idx="12" type="sldNum"/>
          </p:nvPr>
        </p:nvSpPr>
        <p:spPr>
          <a:xfrm>
            <a:off x="13555933" y="7461147"/>
            <a:ext cx="877800" cy="629700"/>
          </a:xfrm>
          <a:prstGeom prst="rect">
            <a:avLst/>
          </a:prstGeom>
        </p:spPr>
        <p:txBody>
          <a:bodyPr anchorCtr="0" anchor="ctr" bIns="146275" lIns="146275" spcFirstLastPara="1" rIns="146275" wrap="square" tIns="1462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7" name="Shape 67"/>
        <p:cNvGrpSpPr/>
        <p:nvPr/>
      </p:nvGrpSpPr>
      <p:grpSpPr>
        <a:xfrm>
          <a:off x="0" y="0"/>
          <a:ext cx="0" cy="0"/>
          <a:chOff x="0" y="0"/>
          <a:chExt cx="0" cy="0"/>
        </a:xfrm>
      </p:grpSpPr>
      <p:sp>
        <p:nvSpPr>
          <p:cNvPr id="68" name="Google Shape;68;p17"/>
          <p:cNvSpPr txBox="1"/>
          <p:nvPr>
            <p:ph idx="1" type="body"/>
          </p:nvPr>
        </p:nvSpPr>
        <p:spPr>
          <a:xfrm>
            <a:off x="498720" y="6768920"/>
            <a:ext cx="9598200" cy="968100"/>
          </a:xfrm>
          <a:prstGeom prst="rect">
            <a:avLst/>
          </a:prstGeom>
        </p:spPr>
        <p:txBody>
          <a:bodyPr anchorCtr="0" anchor="ctr" bIns="146275" lIns="146275" spcFirstLastPara="1" rIns="146275" wrap="square" tIns="146275">
            <a:normAutofit/>
          </a:bodyPr>
          <a:lstStyle>
            <a:lvl1pPr indent="-228600" lvl="0" marL="457200">
              <a:lnSpc>
                <a:spcPct val="100000"/>
              </a:lnSpc>
              <a:spcBef>
                <a:spcPts val="0"/>
              </a:spcBef>
              <a:spcAft>
                <a:spcPts val="0"/>
              </a:spcAft>
              <a:buSzPts val="2900"/>
              <a:buNone/>
              <a:defRPr/>
            </a:lvl1pPr>
          </a:lstStyle>
          <a:p/>
        </p:txBody>
      </p:sp>
      <p:sp>
        <p:nvSpPr>
          <p:cNvPr id="69" name="Google Shape;69;p17"/>
          <p:cNvSpPr txBox="1"/>
          <p:nvPr>
            <p:ph idx="12" type="sldNum"/>
          </p:nvPr>
        </p:nvSpPr>
        <p:spPr>
          <a:xfrm>
            <a:off x="13555933" y="7461147"/>
            <a:ext cx="877800" cy="629700"/>
          </a:xfrm>
          <a:prstGeom prst="rect">
            <a:avLst/>
          </a:prstGeom>
        </p:spPr>
        <p:txBody>
          <a:bodyPr anchorCtr="0" anchor="ctr" bIns="146275" lIns="146275" spcFirstLastPara="1" rIns="146275" wrap="square" tIns="1462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0" name="Shape 70"/>
        <p:cNvGrpSpPr/>
        <p:nvPr/>
      </p:nvGrpSpPr>
      <p:grpSpPr>
        <a:xfrm>
          <a:off x="0" y="0"/>
          <a:ext cx="0" cy="0"/>
          <a:chOff x="0" y="0"/>
          <a:chExt cx="0" cy="0"/>
        </a:xfrm>
      </p:grpSpPr>
      <p:sp>
        <p:nvSpPr>
          <p:cNvPr id="71" name="Google Shape;71;p18"/>
          <p:cNvSpPr txBox="1"/>
          <p:nvPr>
            <p:ph hasCustomPrompt="1" type="title"/>
          </p:nvPr>
        </p:nvSpPr>
        <p:spPr>
          <a:xfrm>
            <a:off x="498720" y="1769800"/>
            <a:ext cx="13632900" cy="3141600"/>
          </a:xfrm>
          <a:prstGeom prst="rect">
            <a:avLst/>
          </a:prstGeom>
        </p:spPr>
        <p:txBody>
          <a:bodyPr anchorCtr="0" anchor="b" bIns="146275" lIns="146275" spcFirstLastPara="1" rIns="146275" wrap="square" tIns="146275">
            <a:normAutofit/>
          </a:bodyPr>
          <a:lstStyle>
            <a:lvl1pPr lvl="0" algn="ctr">
              <a:spcBef>
                <a:spcPts val="0"/>
              </a:spcBef>
              <a:spcAft>
                <a:spcPts val="0"/>
              </a:spcAft>
              <a:buSzPts val="19200"/>
              <a:buNone/>
              <a:defRPr sz="19200"/>
            </a:lvl1pPr>
            <a:lvl2pPr lvl="1" algn="ctr">
              <a:spcBef>
                <a:spcPts val="0"/>
              </a:spcBef>
              <a:spcAft>
                <a:spcPts val="0"/>
              </a:spcAft>
              <a:buSzPts val="19200"/>
              <a:buNone/>
              <a:defRPr sz="19200"/>
            </a:lvl2pPr>
            <a:lvl3pPr lvl="2" algn="ctr">
              <a:spcBef>
                <a:spcPts val="0"/>
              </a:spcBef>
              <a:spcAft>
                <a:spcPts val="0"/>
              </a:spcAft>
              <a:buSzPts val="19200"/>
              <a:buNone/>
              <a:defRPr sz="19200"/>
            </a:lvl3pPr>
            <a:lvl4pPr lvl="3" algn="ctr">
              <a:spcBef>
                <a:spcPts val="0"/>
              </a:spcBef>
              <a:spcAft>
                <a:spcPts val="0"/>
              </a:spcAft>
              <a:buSzPts val="19200"/>
              <a:buNone/>
              <a:defRPr sz="19200"/>
            </a:lvl4pPr>
            <a:lvl5pPr lvl="4" algn="ctr">
              <a:spcBef>
                <a:spcPts val="0"/>
              </a:spcBef>
              <a:spcAft>
                <a:spcPts val="0"/>
              </a:spcAft>
              <a:buSzPts val="19200"/>
              <a:buNone/>
              <a:defRPr sz="19200"/>
            </a:lvl5pPr>
            <a:lvl6pPr lvl="5" algn="ctr">
              <a:spcBef>
                <a:spcPts val="0"/>
              </a:spcBef>
              <a:spcAft>
                <a:spcPts val="0"/>
              </a:spcAft>
              <a:buSzPts val="19200"/>
              <a:buNone/>
              <a:defRPr sz="19200"/>
            </a:lvl6pPr>
            <a:lvl7pPr lvl="6" algn="ctr">
              <a:spcBef>
                <a:spcPts val="0"/>
              </a:spcBef>
              <a:spcAft>
                <a:spcPts val="0"/>
              </a:spcAft>
              <a:buSzPts val="19200"/>
              <a:buNone/>
              <a:defRPr sz="19200"/>
            </a:lvl7pPr>
            <a:lvl8pPr lvl="7" algn="ctr">
              <a:spcBef>
                <a:spcPts val="0"/>
              </a:spcBef>
              <a:spcAft>
                <a:spcPts val="0"/>
              </a:spcAft>
              <a:buSzPts val="19200"/>
              <a:buNone/>
              <a:defRPr sz="19200"/>
            </a:lvl8pPr>
            <a:lvl9pPr lvl="8" algn="ctr">
              <a:spcBef>
                <a:spcPts val="0"/>
              </a:spcBef>
              <a:spcAft>
                <a:spcPts val="0"/>
              </a:spcAft>
              <a:buSzPts val="19200"/>
              <a:buNone/>
              <a:defRPr sz="19200"/>
            </a:lvl9pPr>
          </a:lstStyle>
          <a:p>
            <a:r>
              <a:t>xx%</a:t>
            </a:r>
          </a:p>
        </p:txBody>
      </p:sp>
      <p:sp>
        <p:nvSpPr>
          <p:cNvPr id="72" name="Google Shape;72;p18"/>
          <p:cNvSpPr txBox="1"/>
          <p:nvPr>
            <p:ph idx="1" type="body"/>
          </p:nvPr>
        </p:nvSpPr>
        <p:spPr>
          <a:xfrm>
            <a:off x="498720" y="5043560"/>
            <a:ext cx="13632900" cy="2081400"/>
          </a:xfrm>
          <a:prstGeom prst="rect">
            <a:avLst/>
          </a:prstGeom>
        </p:spPr>
        <p:txBody>
          <a:bodyPr anchorCtr="0" anchor="t" bIns="146275" lIns="146275" spcFirstLastPara="1" rIns="146275" wrap="square" tIns="146275">
            <a:normAutofit/>
          </a:bodyPr>
          <a:lstStyle>
            <a:lvl1pPr indent="-412750" lvl="0" marL="457200" algn="ctr">
              <a:spcBef>
                <a:spcPts val="0"/>
              </a:spcBef>
              <a:spcAft>
                <a:spcPts val="0"/>
              </a:spcAft>
              <a:buSzPts val="2900"/>
              <a:buChar char="●"/>
              <a:defRPr/>
            </a:lvl1pPr>
            <a:lvl2pPr indent="-368300" lvl="1" marL="914400" algn="ctr">
              <a:spcBef>
                <a:spcPts val="0"/>
              </a:spcBef>
              <a:spcAft>
                <a:spcPts val="0"/>
              </a:spcAft>
              <a:buSzPts val="2200"/>
              <a:buChar char="○"/>
              <a:defRPr/>
            </a:lvl2pPr>
            <a:lvl3pPr indent="-368300" lvl="2" marL="1371600" algn="ctr">
              <a:spcBef>
                <a:spcPts val="0"/>
              </a:spcBef>
              <a:spcAft>
                <a:spcPts val="0"/>
              </a:spcAft>
              <a:buSzPts val="2200"/>
              <a:buChar char="■"/>
              <a:defRPr/>
            </a:lvl3pPr>
            <a:lvl4pPr indent="-368300" lvl="3" marL="1828800" algn="ctr">
              <a:spcBef>
                <a:spcPts val="0"/>
              </a:spcBef>
              <a:spcAft>
                <a:spcPts val="0"/>
              </a:spcAft>
              <a:buSzPts val="2200"/>
              <a:buChar char="●"/>
              <a:defRPr/>
            </a:lvl4pPr>
            <a:lvl5pPr indent="-368300" lvl="4" marL="2286000" algn="ctr">
              <a:spcBef>
                <a:spcPts val="0"/>
              </a:spcBef>
              <a:spcAft>
                <a:spcPts val="0"/>
              </a:spcAft>
              <a:buSzPts val="2200"/>
              <a:buChar char="○"/>
              <a:defRPr/>
            </a:lvl5pPr>
            <a:lvl6pPr indent="-368300" lvl="5" marL="2743200" algn="ctr">
              <a:spcBef>
                <a:spcPts val="0"/>
              </a:spcBef>
              <a:spcAft>
                <a:spcPts val="0"/>
              </a:spcAft>
              <a:buSzPts val="2200"/>
              <a:buChar char="■"/>
              <a:defRPr/>
            </a:lvl6pPr>
            <a:lvl7pPr indent="-368300" lvl="6" marL="3200400" algn="ctr">
              <a:spcBef>
                <a:spcPts val="0"/>
              </a:spcBef>
              <a:spcAft>
                <a:spcPts val="0"/>
              </a:spcAft>
              <a:buSzPts val="2200"/>
              <a:buChar char="●"/>
              <a:defRPr/>
            </a:lvl7pPr>
            <a:lvl8pPr indent="-368300" lvl="7" marL="3657600" algn="ctr">
              <a:spcBef>
                <a:spcPts val="0"/>
              </a:spcBef>
              <a:spcAft>
                <a:spcPts val="0"/>
              </a:spcAft>
              <a:buSzPts val="2200"/>
              <a:buChar char="○"/>
              <a:defRPr/>
            </a:lvl8pPr>
            <a:lvl9pPr indent="-368300" lvl="8" marL="4114800" algn="ctr">
              <a:spcBef>
                <a:spcPts val="0"/>
              </a:spcBef>
              <a:spcAft>
                <a:spcPts val="0"/>
              </a:spcAft>
              <a:buSzPts val="2200"/>
              <a:buChar char="■"/>
              <a:defRPr/>
            </a:lvl9pPr>
          </a:lstStyle>
          <a:p/>
        </p:txBody>
      </p:sp>
      <p:sp>
        <p:nvSpPr>
          <p:cNvPr id="73" name="Google Shape;73;p18"/>
          <p:cNvSpPr txBox="1"/>
          <p:nvPr>
            <p:ph idx="12" type="sldNum"/>
          </p:nvPr>
        </p:nvSpPr>
        <p:spPr>
          <a:xfrm>
            <a:off x="13555933" y="7461147"/>
            <a:ext cx="877800" cy="629700"/>
          </a:xfrm>
          <a:prstGeom prst="rect">
            <a:avLst/>
          </a:prstGeom>
        </p:spPr>
        <p:txBody>
          <a:bodyPr anchorCtr="0" anchor="ctr" bIns="146275" lIns="146275" spcFirstLastPara="1" rIns="146275" wrap="square" tIns="1462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4" name="Shape 74"/>
        <p:cNvGrpSpPr/>
        <p:nvPr/>
      </p:nvGrpSpPr>
      <p:grpSpPr>
        <a:xfrm>
          <a:off x="0" y="0"/>
          <a:ext cx="0" cy="0"/>
          <a:chOff x="0" y="0"/>
          <a:chExt cx="0" cy="0"/>
        </a:xfrm>
      </p:grpSpPr>
      <p:sp>
        <p:nvSpPr>
          <p:cNvPr id="75" name="Google Shape;75;p19"/>
          <p:cNvSpPr txBox="1"/>
          <p:nvPr>
            <p:ph idx="12" type="sldNum"/>
          </p:nvPr>
        </p:nvSpPr>
        <p:spPr>
          <a:xfrm>
            <a:off x="13555933" y="7461147"/>
            <a:ext cx="877800" cy="629700"/>
          </a:xfrm>
          <a:prstGeom prst="rect">
            <a:avLst/>
          </a:prstGeom>
        </p:spPr>
        <p:txBody>
          <a:bodyPr anchorCtr="0" anchor="ctr" bIns="146275" lIns="146275" spcFirstLastPara="1" rIns="146275" wrap="square" tIns="1462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Layout" Target="../slideLayouts/slideLayout8.xml"/><Relationship Id="rId3" Type="http://schemas.openxmlformats.org/officeDocument/2006/relationships/slideLayout" Target="../slideLayouts/slideLayout9.xml"/><Relationship Id="rId4" Type="http://schemas.openxmlformats.org/officeDocument/2006/relationships/slideLayout" Target="../slideLayouts/slideLayout10.xml"/><Relationship Id="rId11" Type="http://schemas.openxmlformats.org/officeDocument/2006/relationships/slideLayout" Target="../slideLayouts/slideLayout17.xml"/><Relationship Id="rId10" Type="http://schemas.openxmlformats.org/officeDocument/2006/relationships/slideLayout" Target="../slideLayouts/slideLayout16.xml"/><Relationship Id="rId12" Type="http://schemas.openxmlformats.org/officeDocument/2006/relationships/theme" Target="../theme/theme3.xml"/><Relationship Id="rId9" Type="http://schemas.openxmlformats.org/officeDocument/2006/relationships/slideLayout" Target="../slideLayouts/slideLayout15.xml"/><Relationship Id="rId5" Type="http://schemas.openxmlformats.org/officeDocument/2006/relationships/slideLayout" Target="../slideLayouts/slideLayout11.xml"/><Relationship Id="rId6" Type="http://schemas.openxmlformats.org/officeDocument/2006/relationships/slideLayout" Target="../slideLayouts/slideLayout12.xml"/><Relationship Id="rId7" Type="http://schemas.openxmlformats.org/officeDocument/2006/relationships/slideLayout" Target="../slideLayouts/slideLayout13.xml"/><Relationship Id="rId8"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31" name="Shape 31"/>
        <p:cNvGrpSpPr/>
        <p:nvPr/>
      </p:nvGrpSpPr>
      <p:grpSpPr>
        <a:xfrm>
          <a:off x="0" y="0"/>
          <a:ext cx="0" cy="0"/>
          <a:chOff x="0" y="0"/>
          <a:chExt cx="0" cy="0"/>
        </a:xfrm>
      </p:grpSpPr>
      <p:sp>
        <p:nvSpPr>
          <p:cNvPr id="32" name="Google Shape;32;p8"/>
          <p:cNvSpPr txBox="1"/>
          <p:nvPr>
            <p:ph type="title"/>
          </p:nvPr>
        </p:nvSpPr>
        <p:spPr>
          <a:xfrm>
            <a:off x="498720" y="712040"/>
            <a:ext cx="13632900" cy="916200"/>
          </a:xfrm>
          <a:prstGeom prst="rect">
            <a:avLst/>
          </a:prstGeom>
          <a:noFill/>
          <a:ln>
            <a:noFill/>
          </a:ln>
        </p:spPr>
        <p:txBody>
          <a:bodyPr anchorCtr="0" anchor="t" bIns="146275" lIns="146275" spcFirstLastPara="1" rIns="146275" wrap="square" tIns="146275">
            <a:normAutofit/>
          </a:bodyPr>
          <a:lstStyle>
            <a:lvl1pPr lvl="0">
              <a:spcBef>
                <a:spcPts val="0"/>
              </a:spcBef>
              <a:spcAft>
                <a:spcPts val="0"/>
              </a:spcAft>
              <a:buClr>
                <a:schemeClr val="dk1"/>
              </a:buClr>
              <a:buSzPts val="4500"/>
              <a:buNone/>
              <a:defRPr sz="4500">
                <a:solidFill>
                  <a:schemeClr val="dk1"/>
                </a:solidFill>
              </a:defRPr>
            </a:lvl1pPr>
            <a:lvl2pPr lvl="1">
              <a:spcBef>
                <a:spcPts val="0"/>
              </a:spcBef>
              <a:spcAft>
                <a:spcPts val="0"/>
              </a:spcAft>
              <a:buClr>
                <a:schemeClr val="dk1"/>
              </a:buClr>
              <a:buSzPts val="4500"/>
              <a:buNone/>
              <a:defRPr sz="4500">
                <a:solidFill>
                  <a:schemeClr val="dk1"/>
                </a:solidFill>
              </a:defRPr>
            </a:lvl2pPr>
            <a:lvl3pPr lvl="2">
              <a:spcBef>
                <a:spcPts val="0"/>
              </a:spcBef>
              <a:spcAft>
                <a:spcPts val="0"/>
              </a:spcAft>
              <a:buClr>
                <a:schemeClr val="dk1"/>
              </a:buClr>
              <a:buSzPts val="4500"/>
              <a:buNone/>
              <a:defRPr sz="4500">
                <a:solidFill>
                  <a:schemeClr val="dk1"/>
                </a:solidFill>
              </a:defRPr>
            </a:lvl3pPr>
            <a:lvl4pPr lvl="3">
              <a:spcBef>
                <a:spcPts val="0"/>
              </a:spcBef>
              <a:spcAft>
                <a:spcPts val="0"/>
              </a:spcAft>
              <a:buClr>
                <a:schemeClr val="dk1"/>
              </a:buClr>
              <a:buSzPts val="4500"/>
              <a:buNone/>
              <a:defRPr sz="4500">
                <a:solidFill>
                  <a:schemeClr val="dk1"/>
                </a:solidFill>
              </a:defRPr>
            </a:lvl4pPr>
            <a:lvl5pPr lvl="4">
              <a:spcBef>
                <a:spcPts val="0"/>
              </a:spcBef>
              <a:spcAft>
                <a:spcPts val="0"/>
              </a:spcAft>
              <a:buClr>
                <a:schemeClr val="dk1"/>
              </a:buClr>
              <a:buSzPts val="4500"/>
              <a:buNone/>
              <a:defRPr sz="4500">
                <a:solidFill>
                  <a:schemeClr val="dk1"/>
                </a:solidFill>
              </a:defRPr>
            </a:lvl5pPr>
            <a:lvl6pPr lvl="5">
              <a:spcBef>
                <a:spcPts val="0"/>
              </a:spcBef>
              <a:spcAft>
                <a:spcPts val="0"/>
              </a:spcAft>
              <a:buClr>
                <a:schemeClr val="dk1"/>
              </a:buClr>
              <a:buSzPts val="4500"/>
              <a:buNone/>
              <a:defRPr sz="4500">
                <a:solidFill>
                  <a:schemeClr val="dk1"/>
                </a:solidFill>
              </a:defRPr>
            </a:lvl6pPr>
            <a:lvl7pPr lvl="6">
              <a:spcBef>
                <a:spcPts val="0"/>
              </a:spcBef>
              <a:spcAft>
                <a:spcPts val="0"/>
              </a:spcAft>
              <a:buClr>
                <a:schemeClr val="dk1"/>
              </a:buClr>
              <a:buSzPts val="4500"/>
              <a:buNone/>
              <a:defRPr sz="4500">
                <a:solidFill>
                  <a:schemeClr val="dk1"/>
                </a:solidFill>
              </a:defRPr>
            </a:lvl7pPr>
            <a:lvl8pPr lvl="7">
              <a:spcBef>
                <a:spcPts val="0"/>
              </a:spcBef>
              <a:spcAft>
                <a:spcPts val="0"/>
              </a:spcAft>
              <a:buClr>
                <a:schemeClr val="dk1"/>
              </a:buClr>
              <a:buSzPts val="4500"/>
              <a:buNone/>
              <a:defRPr sz="4500">
                <a:solidFill>
                  <a:schemeClr val="dk1"/>
                </a:solidFill>
              </a:defRPr>
            </a:lvl8pPr>
            <a:lvl9pPr lvl="8">
              <a:spcBef>
                <a:spcPts val="0"/>
              </a:spcBef>
              <a:spcAft>
                <a:spcPts val="0"/>
              </a:spcAft>
              <a:buClr>
                <a:schemeClr val="dk1"/>
              </a:buClr>
              <a:buSzPts val="4500"/>
              <a:buNone/>
              <a:defRPr sz="4500">
                <a:solidFill>
                  <a:schemeClr val="dk1"/>
                </a:solidFill>
              </a:defRPr>
            </a:lvl9pPr>
          </a:lstStyle>
          <a:p/>
        </p:txBody>
      </p:sp>
      <p:sp>
        <p:nvSpPr>
          <p:cNvPr id="33" name="Google Shape;33;p8"/>
          <p:cNvSpPr txBox="1"/>
          <p:nvPr>
            <p:ph idx="1" type="body"/>
          </p:nvPr>
        </p:nvSpPr>
        <p:spPr>
          <a:xfrm>
            <a:off x="498720" y="1843960"/>
            <a:ext cx="13632900" cy="5466300"/>
          </a:xfrm>
          <a:prstGeom prst="rect">
            <a:avLst/>
          </a:prstGeom>
          <a:noFill/>
          <a:ln>
            <a:noFill/>
          </a:ln>
        </p:spPr>
        <p:txBody>
          <a:bodyPr anchorCtr="0" anchor="t" bIns="146275" lIns="146275" spcFirstLastPara="1" rIns="146275" wrap="square" tIns="146275">
            <a:normAutofit/>
          </a:bodyPr>
          <a:lstStyle>
            <a:lvl1pPr indent="-412750" lvl="0" marL="457200">
              <a:lnSpc>
                <a:spcPct val="115000"/>
              </a:lnSpc>
              <a:spcBef>
                <a:spcPts val="0"/>
              </a:spcBef>
              <a:spcAft>
                <a:spcPts val="0"/>
              </a:spcAft>
              <a:buClr>
                <a:schemeClr val="dk2"/>
              </a:buClr>
              <a:buSzPts val="2900"/>
              <a:buChar char="●"/>
              <a:defRPr sz="2900">
                <a:solidFill>
                  <a:schemeClr val="dk2"/>
                </a:solidFill>
              </a:defRPr>
            </a:lvl1pPr>
            <a:lvl2pPr indent="-368300" lvl="1" marL="914400">
              <a:lnSpc>
                <a:spcPct val="115000"/>
              </a:lnSpc>
              <a:spcBef>
                <a:spcPts val="0"/>
              </a:spcBef>
              <a:spcAft>
                <a:spcPts val="0"/>
              </a:spcAft>
              <a:buClr>
                <a:schemeClr val="dk2"/>
              </a:buClr>
              <a:buSzPts val="2200"/>
              <a:buChar char="○"/>
              <a:defRPr sz="2200">
                <a:solidFill>
                  <a:schemeClr val="dk2"/>
                </a:solidFill>
              </a:defRPr>
            </a:lvl2pPr>
            <a:lvl3pPr indent="-368300" lvl="2" marL="1371600">
              <a:lnSpc>
                <a:spcPct val="115000"/>
              </a:lnSpc>
              <a:spcBef>
                <a:spcPts val="0"/>
              </a:spcBef>
              <a:spcAft>
                <a:spcPts val="0"/>
              </a:spcAft>
              <a:buClr>
                <a:schemeClr val="dk2"/>
              </a:buClr>
              <a:buSzPts val="2200"/>
              <a:buChar char="■"/>
              <a:defRPr sz="2200">
                <a:solidFill>
                  <a:schemeClr val="dk2"/>
                </a:solidFill>
              </a:defRPr>
            </a:lvl3pPr>
            <a:lvl4pPr indent="-368300" lvl="3" marL="1828800">
              <a:lnSpc>
                <a:spcPct val="115000"/>
              </a:lnSpc>
              <a:spcBef>
                <a:spcPts val="0"/>
              </a:spcBef>
              <a:spcAft>
                <a:spcPts val="0"/>
              </a:spcAft>
              <a:buClr>
                <a:schemeClr val="dk2"/>
              </a:buClr>
              <a:buSzPts val="2200"/>
              <a:buChar char="●"/>
              <a:defRPr sz="2200">
                <a:solidFill>
                  <a:schemeClr val="dk2"/>
                </a:solidFill>
              </a:defRPr>
            </a:lvl4pPr>
            <a:lvl5pPr indent="-368300" lvl="4" marL="2286000">
              <a:lnSpc>
                <a:spcPct val="115000"/>
              </a:lnSpc>
              <a:spcBef>
                <a:spcPts val="0"/>
              </a:spcBef>
              <a:spcAft>
                <a:spcPts val="0"/>
              </a:spcAft>
              <a:buClr>
                <a:schemeClr val="dk2"/>
              </a:buClr>
              <a:buSzPts val="2200"/>
              <a:buChar char="○"/>
              <a:defRPr sz="2200">
                <a:solidFill>
                  <a:schemeClr val="dk2"/>
                </a:solidFill>
              </a:defRPr>
            </a:lvl5pPr>
            <a:lvl6pPr indent="-368300" lvl="5" marL="2743200">
              <a:lnSpc>
                <a:spcPct val="115000"/>
              </a:lnSpc>
              <a:spcBef>
                <a:spcPts val="0"/>
              </a:spcBef>
              <a:spcAft>
                <a:spcPts val="0"/>
              </a:spcAft>
              <a:buClr>
                <a:schemeClr val="dk2"/>
              </a:buClr>
              <a:buSzPts val="2200"/>
              <a:buChar char="■"/>
              <a:defRPr sz="2200">
                <a:solidFill>
                  <a:schemeClr val="dk2"/>
                </a:solidFill>
              </a:defRPr>
            </a:lvl6pPr>
            <a:lvl7pPr indent="-368300" lvl="6" marL="3200400">
              <a:lnSpc>
                <a:spcPct val="115000"/>
              </a:lnSpc>
              <a:spcBef>
                <a:spcPts val="0"/>
              </a:spcBef>
              <a:spcAft>
                <a:spcPts val="0"/>
              </a:spcAft>
              <a:buClr>
                <a:schemeClr val="dk2"/>
              </a:buClr>
              <a:buSzPts val="2200"/>
              <a:buChar char="●"/>
              <a:defRPr sz="2200">
                <a:solidFill>
                  <a:schemeClr val="dk2"/>
                </a:solidFill>
              </a:defRPr>
            </a:lvl7pPr>
            <a:lvl8pPr indent="-368300" lvl="7" marL="3657600">
              <a:lnSpc>
                <a:spcPct val="115000"/>
              </a:lnSpc>
              <a:spcBef>
                <a:spcPts val="0"/>
              </a:spcBef>
              <a:spcAft>
                <a:spcPts val="0"/>
              </a:spcAft>
              <a:buClr>
                <a:schemeClr val="dk2"/>
              </a:buClr>
              <a:buSzPts val="2200"/>
              <a:buChar char="○"/>
              <a:defRPr sz="2200">
                <a:solidFill>
                  <a:schemeClr val="dk2"/>
                </a:solidFill>
              </a:defRPr>
            </a:lvl8pPr>
            <a:lvl9pPr indent="-368300" lvl="8" marL="4114800">
              <a:lnSpc>
                <a:spcPct val="115000"/>
              </a:lnSpc>
              <a:spcBef>
                <a:spcPts val="0"/>
              </a:spcBef>
              <a:spcAft>
                <a:spcPts val="0"/>
              </a:spcAft>
              <a:buClr>
                <a:schemeClr val="dk2"/>
              </a:buClr>
              <a:buSzPts val="2200"/>
              <a:buChar char="■"/>
              <a:defRPr sz="2200">
                <a:solidFill>
                  <a:schemeClr val="dk2"/>
                </a:solidFill>
              </a:defRPr>
            </a:lvl9pPr>
          </a:lstStyle>
          <a:p/>
        </p:txBody>
      </p:sp>
      <p:sp>
        <p:nvSpPr>
          <p:cNvPr id="34" name="Google Shape;34;p8"/>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lvl="0" algn="r">
              <a:buNone/>
              <a:defRPr sz="1600">
                <a:solidFill>
                  <a:schemeClr val="dk2"/>
                </a:solidFill>
              </a:defRPr>
            </a:lvl1pPr>
            <a:lvl2pPr lvl="1" algn="r">
              <a:buNone/>
              <a:defRPr sz="1600">
                <a:solidFill>
                  <a:schemeClr val="dk2"/>
                </a:solidFill>
              </a:defRPr>
            </a:lvl2pPr>
            <a:lvl3pPr lvl="2" algn="r">
              <a:buNone/>
              <a:defRPr sz="1600">
                <a:solidFill>
                  <a:schemeClr val="dk2"/>
                </a:solidFill>
              </a:defRPr>
            </a:lvl3pPr>
            <a:lvl4pPr lvl="3" algn="r">
              <a:buNone/>
              <a:defRPr sz="1600">
                <a:solidFill>
                  <a:schemeClr val="dk2"/>
                </a:solidFill>
              </a:defRPr>
            </a:lvl4pPr>
            <a:lvl5pPr lvl="4" algn="r">
              <a:buNone/>
              <a:defRPr sz="1600">
                <a:solidFill>
                  <a:schemeClr val="dk2"/>
                </a:solidFill>
              </a:defRPr>
            </a:lvl5pPr>
            <a:lvl6pPr lvl="5" algn="r">
              <a:buNone/>
              <a:defRPr sz="1600">
                <a:solidFill>
                  <a:schemeClr val="dk2"/>
                </a:solidFill>
              </a:defRPr>
            </a:lvl6pPr>
            <a:lvl7pPr lvl="6" algn="r">
              <a:buNone/>
              <a:defRPr sz="1600">
                <a:solidFill>
                  <a:schemeClr val="dk2"/>
                </a:solidFill>
              </a:defRPr>
            </a:lvl7pPr>
            <a:lvl8pPr lvl="7" algn="r">
              <a:buNone/>
              <a:defRPr sz="1600">
                <a:solidFill>
                  <a:schemeClr val="dk2"/>
                </a:solidFill>
              </a:defRPr>
            </a:lvl8pPr>
            <a:lvl9pPr lvl="8" algn="r">
              <a:buNone/>
              <a:defRPr sz="16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81B50"/>
        </a:solidFill>
      </p:bgPr>
    </p:bg>
    <p:spTree>
      <p:nvGrpSpPr>
        <p:cNvPr id="79" name="Shape 79"/>
        <p:cNvGrpSpPr/>
        <p:nvPr/>
      </p:nvGrpSpPr>
      <p:grpSpPr>
        <a:xfrm>
          <a:off x="0" y="0"/>
          <a:ext cx="0" cy="0"/>
          <a:chOff x="0" y="0"/>
          <a:chExt cx="0" cy="0"/>
        </a:xfrm>
      </p:grpSpPr>
      <p:sp>
        <p:nvSpPr>
          <p:cNvPr id="80" name="Google Shape;80;p20"/>
          <p:cNvSpPr txBox="1"/>
          <p:nvPr>
            <p:ph idx="1" type="subTitle"/>
          </p:nvPr>
        </p:nvSpPr>
        <p:spPr>
          <a:xfrm>
            <a:off x="589025" y="3485200"/>
            <a:ext cx="13632900" cy="3521400"/>
          </a:xfrm>
          <a:prstGeom prst="rect">
            <a:avLst/>
          </a:prstGeom>
        </p:spPr>
        <p:txBody>
          <a:bodyPr anchorCtr="0" anchor="ctr" bIns="146275" lIns="146275" spcFirstLastPara="1" rIns="146275" wrap="square" tIns="146275">
            <a:noAutofit/>
          </a:bodyPr>
          <a:lstStyle/>
          <a:p>
            <a:pPr indent="0" lvl="0" marL="0" rtl="0" algn="l">
              <a:lnSpc>
                <a:spcPct val="124719"/>
              </a:lnSpc>
              <a:spcBef>
                <a:spcPts val="0"/>
              </a:spcBef>
              <a:spcAft>
                <a:spcPts val="0"/>
              </a:spcAft>
              <a:buNone/>
            </a:pPr>
            <a:r>
              <a:rPr b="1" lang="en-US" sz="4450">
                <a:solidFill>
                  <a:schemeClr val="lt1"/>
                </a:solidFill>
                <a:latin typeface="Fraunces"/>
                <a:ea typeface="Fraunces"/>
                <a:cs typeface="Fraunces"/>
                <a:sym typeface="Fraunces"/>
              </a:rPr>
              <a:t>Hangman Multiplayer Word Guessing Platform</a:t>
            </a:r>
            <a:endParaRPr b="1" sz="4450">
              <a:solidFill>
                <a:schemeClr val="lt1"/>
              </a:solidFill>
              <a:latin typeface="Fraunces"/>
              <a:ea typeface="Fraunces"/>
              <a:cs typeface="Fraunces"/>
              <a:sym typeface="Fraunces"/>
            </a:endParaRPr>
          </a:p>
          <a:p>
            <a:pPr indent="0" lvl="0" marL="0" rtl="0" algn="l">
              <a:lnSpc>
                <a:spcPct val="124719"/>
              </a:lnSpc>
              <a:spcBef>
                <a:spcPts val="0"/>
              </a:spcBef>
              <a:spcAft>
                <a:spcPts val="0"/>
              </a:spcAft>
              <a:buNone/>
            </a:pPr>
            <a:r>
              <a:t/>
            </a:r>
            <a:endParaRPr b="1" sz="1250">
              <a:solidFill>
                <a:schemeClr val="lt1"/>
              </a:solidFill>
              <a:latin typeface="Fraunces"/>
              <a:ea typeface="Fraunces"/>
              <a:cs typeface="Fraunces"/>
              <a:sym typeface="Fraunces"/>
            </a:endParaRPr>
          </a:p>
          <a:p>
            <a:pPr indent="0" lvl="0" marL="0" rtl="0" algn="ctr">
              <a:spcBef>
                <a:spcPts val="0"/>
              </a:spcBef>
              <a:spcAft>
                <a:spcPts val="0"/>
              </a:spcAft>
              <a:buNone/>
            </a:pPr>
            <a:r>
              <a:rPr b="1" lang="en-US" sz="2900">
                <a:solidFill>
                  <a:schemeClr val="lt1"/>
                </a:solidFill>
              </a:rPr>
              <a:t>By </a:t>
            </a:r>
            <a:endParaRPr b="1" sz="2900">
              <a:solidFill>
                <a:schemeClr val="lt1"/>
              </a:solidFill>
            </a:endParaRPr>
          </a:p>
          <a:p>
            <a:pPr indent="0" lvl="0" marL="0" rtl="0" algn="ctr">
              <a:spcBef>
                <a:spcPts val="0"/>
              </a:spcBef>
              <a:spcAft>
                <a:spcPts val="0"/>
              </a:spcAft>
              <a:buNone/>
            </a:pPr>
            <a:r>
              <a:t/>
            </a:r>
            <a:endParaRPr b="1" sz="2900">
              <a:solidFill>
                <a:schemeClr val="lt1"/>
              </a:solidFill>
            </a:endParaRPr>
          </a:p>
          <a:p>
            <a:pPr indent="0" lvl="0" marL="0" rtl="0" algn="ctr">
              <a:spcBef>
                <a:spcPts val="0"/>
              </a:spcBef>
              <a:spcAft>
                <a:spcPts val="0"/>
              </a:spcAft>
              <a:buNone/>
            </a:pPr>
            <a:r>
              <a:t/>
            </a:r>
            <a:endParaRPr b="1" sz="2900">
              <a:solidFill>
                <a:schemeClr val="lt1"/>
              </a:solidFill>
            </a:endParaRPr>
          </a:p>
          <a:p>
            <a:pPr indent="0" lvl="0" marL="0" rtl="0" algn="ctr">
              <a:spcBef>
                <a:spcPts val="0"/>
              </a:spcBef>
              <a:spcAft>
                <a:spcPts val="0"/>
              </a:spcAft>
              <a:buNone/>
            </a:pPr>
            <a:r>
              <a:rPr b="1" lang="en-US" sz="2900">
                <a:solidFill>
                  <a:schemeClr val="lt1"/>
                </a:solidFill>
              </a:rPr>
              <a:t>YATHARTH DHARMESH MISHRA</a:t>
            </a:r>
            <a:endParaRPr b="1" sz="2900">
              <a:solidFill>
                <a:schemeClr val="lt1"/>
              </a:solidFill>
            </a:endParaRPr>
          </a:p>
          <a:p>
            <a:pPr indent="0" lvl="0" marL="0" rtl="0" algn="ctr">
              <a:spcBef>
                <a:spcPts val="0"/>
              </a:spcBef>
              <a:spcAft>
                <a:spcPts val="0"/>
              </a:spcAft>
              <a:buNone/>
            </a:pPr>
            <a:r>
              <a:rPr b="1" lang="en-US" sz="2900">
                <a:solidFill>
                  <a:schemeClr val="lt1"/>
                </a:solidFill>
              </a:rPr>
              <a:t>150096725055</a:t>
            </a:r>
            <a:endParaRPr b="1" sz="2900">
              <a:solidFill>
                <a:schemeClr val="lt1"/>
              </a:solidFill>
            </a:endParaRPr>
          </a:p>
          <a:p>
            <a:pPr indent="0" lvl="0" marL="0" rtl="0" algn="ctr">
              <a:spcBef>
                <a:spcPts val="0"/>
              </a:spcBef>
              <a:spcAft>
                <a:spcPts val="0"/>
              </a:spcAft>
              <a:buNone/>
            </a:pPr>
            <a:r>
              <a:t/>
            </a:r>
            <a:endParaRPr b="1" sz="1300">
              <a:solidFill>
                <a:schemeClr val="lt1"/>
              </a:solidFill>
            </a:endParaRPr>
          </a:p>
        </p:txBody>
      </p:sp>
      <p:pic>
        <p:nvPicPr>
          <p:cNvPr id="81" name="Google Shape;81;p20" title="download.png"/>
          <p:cNvPicPr preferRelativeResize="0"/>
          <p:nvPr/>
        </p:nvPicPr>
        <p:blipFill>
          <a:blip r:embed="rId3">
            <a:alphaModFix/>
          </a:blip>
          <a:stretch>
            <a:fillRect/>
          </a:stretch>
        </p:blipFill>
        <p:spPr>
          <a:xfrm>
            <a:off x="4259580" y="540335"/>
            <a:ext cx="6111240" cy="192024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pic>
        <p:nvPicPr>
          <p:cNvPr descr="preencoded.png" id="87" name="Google Shape;87;p21"/>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88" name="Google Shape;88;p21"/>
          <p:cNvSpPr/>
          <p:nvPr/>
        </p:nvSpPr>
        <p:spPr>
          <a:xfrm>
            <a:off x="6280190" y="480190"/>
            <a:ext cx="7556400" cy="14175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FFFFF"/>
              </a:buClr>
              <a:buSzPts val="4450"/>
              <a:buFont typeface="Fraunces Medium"/>
              <a:buNone/>
            </a:pPr>
            <a:r>
              <a:rPr b="1" i="0" lang="en-US" sz="4450" u="none" cap="none" strike="noStrike">
                <a:solidFill>
                  <a:srgbClr val="FFFFFF"/>
                </a:solidFill>
                <a:latin typeface="Fraunces"/>
                <a:ea typeface="Fraunces"/>
                <a:cs typeface="Fraunces"/>
                <a:sym typeface="Fraunces"/>
              </a:rPr>
              <a:t>Hangman Multiplayer Word Guessing Platform</a:t>
            </a:r>
            <a:endParaRPr b="1" i="0" sz="4450" u="none" cap="none" strike="noStrike"/>
          </a:p>
        </p:txBody>
      </p:sp>
      <p:sp>
        <p:nvSpPr>
          <p:cNvPr id="89" name="Google Shape;89;p21"/>
          <p:cNvSpPr/>
          <p:nvPr/>
        </p:nvSpPr>
        <p:spPr>
          <a:xfrm>
            <a:off x="6280190" y="2237899"/>
            <a:ext cx="4536519" cy="566976"/>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FFFFFF"/>
              </a:buClr>
              <a:buSzPts val="3550"/>
              <a:buFont typeface="Fraunces Medium"/>
              <a:buNone/>
            </a:pPr>
            <a:r>
              <a:rPr b="0" i="0" lang="en-US" sz="3550" u="none" cap="none" strike="noStrike">
                <a:solidFill>
                  <a:srgbClr val="FFFFFF"/>
                </a:solidFill>
                <a:latin typeface="Fraunces Medium"/>
                <a:ea typeface="Fraunces Medium"/>
                <a:cs typeface="Fraunces Medium"/>
                <a:sym typeface="Fraunces Medium"/>
              </a:rPr>
              <a:t>Problem Statement</a:t>
            </a:r>
            <a:endParaRPr b="0" i="0" sz="3550" u="none" cap="none" strike="noStrike"/>
          </a:p>
        </p:txBody>
      </p:sp>
      <p:sp>
        <p:nvSpPr>
          <p:cNvPr id="90" name="Google Shape;90;p21"/>
          <p:cNvSpPr/>
          <p:nvPr/>
        </p:nvSpPr>
        <p:spPr>
          <a:xfrm>
            <a:off x="6280190" y="3145036"/>
            <a:ext cx="7556421" cy="435483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BECEF"/>
              </a:buClr>
              <a:buSzPts val="1750"/>
              <a:buFont typeface="Epilogue"/>
              <a:buNone/>
            </a:pPr>
            <a:r>
              <a:rPr b="0" i="0" lang="en-US" sz="1750" u="none" cap="none" strike="noStrike">
                <a:solidFill>
                  <a:srgbClr val="EBECEF"/>
                </a:solidFill>
                <a:latin typeface="Epilogue"/>
                <a:ea typeface="Epilogue"/>
                <a:cs typeface="Epilogue"/>
                <a:sym typeface="Epilogue"/>
              </a:rPr>
              <a:t>Traditional Hangman games are mostly limited to single player gameplay and do not include features that encourage long term engagement. Players cannot track their performance, compete with others, or interact with a community of players. Most versions of the game lack a leaderboard system and do not provide multiplayer functionality. As a result, users often lose interest after playing a few rounds. There is also no platform for players to discuss difficult words, share strategies, or learn from each other. The objective of this project is to develop a responsive Hangman web application that introduces multiplayer gameplay, leaderboard tracking, and a discussion forum to make the game more interactive and engaging.</a:t>
            </a:r>
            <a:endParaRPr b="0" i="0" sz="1750" u="none" cap="none" strike="noStrike"/>
          </a:p>
        </p:txBody>
      </p:sp>
      <p:sp>
        <p:nvSpPr>
          <p:cNvPr id="91" name="Google Shape;91;p21"/>
          <p:cNvSpPr/>
          <p:nvPr/>
        </p:nvSpPr>
        <p:spPr>
          <a:xfrm>
            <a:off x="12423025" y="7791000"/>
            <a:ext cx="2115600" cy="438600"/>
          </a:xfrm>
          <a:prstGeom prst="rect">
            <a:avLst/>
          </a:prstGeom>
          <a:solidFill>
            <a:srgbClr val="080E26"/>
          </a:solidFill>
          <a:ln cap="flat" cmpd="sng" w="9525">
            <a:solidFill>
              <a:srgbClr val="080E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2"/>
          <p:cNvSpPr/>
          <p:nvPr/>
        </p:nvSpPr>
        <p:spPr>
          <a:xfrm>
            <a:off x="793790" y="1080254"/>
            <a:ext cx="567059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FFFFF"/>
              </a:buClr>
              <a:buSzPts val="4450"/>
              <a:buFont typeface="Fraunces Medium"/>
              <a:buNone/>
            </a:pPr>
            <a:r>
              <a:rPr b="0" i="0" lang="en-US" sz="4450" u="none" cap="none" strike="noStrike">
                <a:solidFill>
                  <a:srgbClr val="FFFFFF"/>
                </a:solidFill>
                <a:latin typeface="Fraunces Medium"/>
                <a:ea typeface="Fraunces Medium"/>
                <a:cs typeface="Fraunces Medium"/>
                <a:sym typeface="Fraunces Medium"/>
              </a:rPr>
              <a:t>Your Solution</a:t>
            </a:r>
            <a:endParaRPr b="0" i="0" sz="4450" u="none" cap="none" strike="noStrike"/>
          </a:p>
        </p:txBody>
      </p:sp>
      <p:sp>
        <p:nvSpPr>
          <p:cNvPr id="98" name="Google Shape;98;p22"/>
          <p:cNvSpPr/>
          <p:nvPr/>
        </p:nvSpPr>
        <p:spPr>
          <a:xfrm>
            <a:off x="793790" y="2242661"/>
            <a:ext cx="13042821"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BECEF"/>
              </a:buClr>
              <a:buSzPts val="1750"/>
              <a:buFont typeface="Epilogue"/>
              <a:buNone/>
            </a:pPr>
            <a:r>
              <a:rPr b="0" i="0" lang="en-US" sz="1750" u="none" cap="none" strike="noStrike">
                <a:solidFill>
                  <a:srgbClr val="EBECEF"/>
                </a:solidFill>
                <a:latin typeface="Epilogue"/>
                <a:ea typeface="Epilogue"/>
                <a:cs typeface="Epilogue"/>
                <a:sym typeface="Epilogue"/>
              </a:rPr>
              <a:t>To solve this problem, a web based Hangman Multiplayer platform was developed using HTML, CSS, and JavaScript. The system allows users to guess letters of a hidden word within a limited number of attempts. When a player selects an incorrect letter, a hangman figure is drawn step by step. The platform includes several additional features to improve the traditional game experience.</a:t>
            </a:r>
            <a:endParaRPr b="0" i="0" sz="1750" u="none" cap="none" strike="noStrike"/>
          </a:p>
        </p:txBody>
      </p:sp>
      <p:sp>
        <p:nvSpPr>
          <p:cNvPr id="99" name="Google Shape;99;p22"/>
          <p:cNvSpPr/>
          <p:nvPr/>
        </p:nvSpPr>
        <p:spPr>
          <a:xfrm>
            <a:off x="793790" y="3949422"/>
            <a:ext cx="4196358" cy="1177528"/>
          </a:xfrm>
          <a:prstGeom prst="roundRect">
            <a:avLst>
              <a:gd fmla="val 8090" name="adj"/>
            </a:avLst>
          </a:prstGeom>
          <a:solidFill>
            <a:srgbClr val="283157"/>
          </a:solidFill>
          <a:ln cap="flat" cmpd="sng" w="9525">
            <a:solidFill>
              <a:srgbClr val="414A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2"/>
          <p:cNvSpPr/>
          <p:nvPr/>
        </p:nvSpPr>
        <p:spPr>
          <a:xfrm>
            <a:off x="1028224" y="4183856"/>
            <a:ext cx="3727490"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BECEF"/>
              </a:buClr>
              <a:buSzPts val="2200"/>
              <a:buFont typeface="Fraunces Medium"/>
              <a:buNone/>
            </a:pPr>
            <a:r>
              <a:rPr b="0" i="0" lang="en-US" sz="2200" u="none" cap="none" strike="noStrike">
                <a:solidFill>
                  <a:srgbClr val="EBECEF"/>
                </a:solidFill>
                <a:latin typeface="Fraunces Medium"/>
                <a:ea typeface="Fraunces Medium"/>
                <a:cs typeface="Fraunces Medium"/>
                <a:sym typeface="Fraunces Medium"/>
              </a:rPr>
              <a:t>Single player and local multiplayer gameplay</a:t>
            </a:r>
            <a:endParaRPr b="0" i="0" sz="2200" u="none" cap="none" strike="noStrike"/>
          </a:p>
        </p:txBody>
      </p:sp>
      <p:sp>
        <p:nvSpPr>
          <p:cNvPr id="101" name="Google Shape;101;p22"/>
          <p:cNvSpPr/>
          <p:nvPr/>
        </p:nvSpPr>
        <p:spPr>
          <a:xfrm>
            <a:off x="5216962" y="3949422"/>
            <a:ext cx="4196358" cy="1177528"/>
          </a:xfrm>
          <a:prstGeom prst="roundRect">
            <a:avLst>
              <a:gd fmla="val 8090" name="adj"/>
            </a:avLst>
          </a:prstGeom>
          <a:solidFill>
            <a:srgbClr val="283157"/>
          </a:solidFill>
          <a:ln cap="flat" cmpd="sng" w="9525">
            <a:solidFill>
              <a:srgbClr val="414A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2"/>
          <p:cNvSpPr/>
          <p:nvPr/>
        </p:nvSpPr>
        <p:spPr>
          <a:xfrm>
            <a:off x="5451396" y="4183856"/>
            <a:ext cx="3727490"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BECEF"/>
              </a:buClr>
              <a:buSzPts val="2200"/>
              <a:buFont typeface="Fraunces Medium"/>
              <a:buNone/>
            </a:pPr>
            <a:r>
              <a:rPr b="0" i="0" lang="en-US" sz="2200" u="none" cap="none" strike="noStrike">
                <a:solidFill>
                  <a:srgbClr val="EBECEF"/>
                </a:solidFill>
                <a:latin typeface="Fraunces Medium"/>
                <a:ea typeface="Fraunces Medium"/>
                <a:cs typeface="Fraunces Medium"/>
                <a:sym typeface="Fraunces Medium"/>
              </a:rPr>
              <a:t>Interactive alphabet button grid for guessing letters</a:t>
            </a:r>
            <a:endParaRPr b="0" i="0" sz="2200" u="none" cap="none" strike="noStrike"/>
          </a:p>
        </p:txBody>
      </p:sp>
      <p:sp>
        <p:nvSpPr>
          <p:cNvPr id="103" name="Google Shape;103;p22"/>
          <p:cNvSpPr/>
          <p:nvPr/>
        </p:nvSpPr>
        <p:spPr>
          <a:xfrm>
            <a:off x="9640133" y="3949422"/>
            <a:ext cx="4196358" cy="1177528"/>
          </a:xfrm>
          <a:prstGeom prst="roundRect">
            <a:avLst>
              <a:gd fmla="val 8090" name="adj"/>
            </a:avLst>
          </a:prstGeom>
          <a:solidFill>
            <a:srgbClr val="283157"/>
          </a:solidFill>
          <a:ln cap="flat" cmpd="sng" w="9525">
            <a:solidFill>
              <a:srgbClr val="414A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2"/>
          <p:cNvSpPr/>
          <p:nvPr/>
        </p:nvSpPr>
        <p:spPr>
          <a:xfrm>
            <a:off x="9874568" y="4183856"/>
            <a:ext cx="3727490"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BECEF"/>
              </a:buClr>
              <a:buSzPts val="2200"/>
              <a:buFont typeface="Fraunces Medium"/>
              <a:buNone/>
            </a:pPr>
            <a:r>
              <a:rPr b="0" i="0" lang="en-US" sz="2200" u="none" cap="none" strike="noStrike">
                <a:solidFill>
                  <a:srgbClr val="EBECEF"/>
                </a:solidFill>
                <a:latin typeface="Fraunces Medium"/>
                <a:ea typeface="Fraunces Medium"/>
                <a:cs typeface="Fraunces Medium"/>
                <a:sym typeface="Fraunces Medium"/>
              </a:rPr>
              <a:t>Automatic win and loss detection</a:t>
            </a:r>
            <a:endParaRPr b="0" i="0" sz="2200" u="none" cap="none" strike="noStrike"/>
          </a:p>
        </p:txBody>
      </p:sp>
      <p:sp>
        <p:nvSpPr>
          <p:cNvPr id="105" name="Google Shape;105;p22"/>
          <p:cNvSpPr/>
          <p:nvPr/>
        </p:nvSpPr>
        <p:spPr>
          <a:xfrm>
            <a:off x="793790" y="5353764"/>
            <a:ext cx="6407944" cy="1177528"/>
          </a:xfrm>
          <a:prstGeom prst="roundRect">
            <a:avLst>
              <a:gd fmla="val 8090" name="adj"/>
            </a:avLst>
          </a:prstGeom>
          <a:solidFill>
            <a:srgbClr val="283157"/>
          </a:solidFill>
          <a:ln cap="flat" cmpd="sng" w="9525">
            <a:solidFill>
              <a:srgbClr val="414A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2"/>
          <p:cNvSpPr/>
          <p:nvPr/>
        </p:nvSpPr>
        <p:spPr>
          <a:xfrm>
            <a:off x="1028224" y="5588198"/>
            <a:ext cx="5939076"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BECEF"/>
              </a:buClr>
              <a:buSzPts val="2200"/>
              <a:buFont typeface="Fraunces Medium"/>
              <a:buNone/>
            </a:pPr>
            <a:r>
              <a:rPr b="0" i="0" lang="en-US" sz="2200" u="none" cap="none" strike="noStrike">
                <a:solidFill>
                  <a:srgbClr val="EBECEF"/>
                </a:solidFill>
                <a:latin typeface="Fraunces Medium"/>
                <a:ea typeface="Fraunces Medium"/>
                <a:cs typeface="Fraunces Medium"/>
                <a:sym typeface="Fraunces Medium"/>
              </a:rPr>
              <a:t>Leaderboard system for tracking player scores</a:t>
            </a:r>
            <a:endParaRPr b="0" i="0" sz="2200" u="none" cap="none" strike="noStrike"/>
          </a:p>
        </p:txBody>
      </p:sp>
      <p:sp>
        <p:nvSpPr>
          <p:cNvPr id="107" name="Google Shape;107;p22"/>
          <p:cNvSpPr/>
          <p:nvPr/>
        </p:nvSpPr>
        <p:spPr>
          <a:xfrm>
            <a:off x="7428548" y="5353764"/>
            <a:ext cx="6407944" cy="1177528"/>
          </a:xfrm>
          <a:prstGeom prst="roundRect">
            <a:avLst>
              <a:gd fmla="val 8090" name="adj"/>
            </a:avLst>
          </a:prstGeom>
          <a:solidFill>
            <a:srgbClr val="283157"/>
          </a:solidFill>
          <a:ln cap="flat" cmpd="sng" w="9525">
            <a:solidFill>
              <a:srgbClr val="414A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2"/>
          <p:cNvSpPr/>
          <p:nvPr/>
        </p:nvSpPr>
        <p:spPr>
          <a:xfrm>
            <a:off x="7662982" y="5588198"/>
            <a:ext cx="5939076"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BECEF"/>
              </a:buClr>
              <a:buSzPts val="2200"/>
              <a:buFont typeface="Fraunces Medium"/>
              <a:buNone/>
            </a:pPr>
            <a:r>
              <a:rPr b="0" i="0" lang="en-US" sz="2200" u="none" cap="none" strike="noStrike">
                <a:solidFill>
                  <a:srgbClr val="EBECEF"/>
                </a:solidFill>
                <a:latin typeface="Fraunces Medium"/>
                <a:ea typeface="Fraunces Medium"/>
                <a:cs typeface="Fraunces Medium"/>
                <a:sym typeface="Fraunces Medium"/>
              </a:rPr>
              <a:t>Forum section where users can post comments and discuss strategies</a:t>
            </a:r>
            <a:endParaRPr b="0" i="0" sz="2200" u="none" cap="none" strike="noStrike"/>
          </a:p>
        </p:txBody>
      </p:sp>
      <p:sp>
        <p:nvSpPr>
          <p:cNvPr id="109" name="Google Shape;109;p22"/>
          <p:cNvSpPr/>
          <p:nvPr/>
        </p:nvSpPr>
        <p:spPr>
          <a:xfrm>
            <a:off x="793790" y="6786443"/>
            <a:ext cx="13042821"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BECEF"/>
              </a:buClr>
              <a:buSzPts val="1750"/>
              <a:buFont typeface="Epilogue"/>
              <a:buNone/>
            </a:pPr>
            <a:r>
              <a:rPr b="0" i="0" lang="en-US" sz="1750" u="none" cap="none" strike="noStrike">
                <a:solidFill>
                  <a:srgbClr val="EBECEF"/>
                </a:solidFill>
                <a:latin typeface="Epilogue"/>
                <a:ea typeface="Epilogue"/>
                <a:cs typeface="Epilogue"/>
                <a:sym typeface="Epilogue"/>
              </a:rPr>
              <a:t>The application runs completely on the frontend and stores scores and comments using browser local storage</a:t>
            </a:r>
            <a:endParaRPr b="0" i="0" sz="1750" u="none" cap="none" strike="noStrike"/>
          </a:p>
        </p:txBody>
      </p:sp>
      <p:sp>
        <p:nvSpPr>
          <p:cNvPr id="110" name="Google Shape;110;p22"/>
          <p:cNvSpPr/>
          <p:nvPr/>
        </p:nvSpPr>
        <p:spPr>
          <a:xfrm>
            <a:off x="12410125" y="7674900"/>
            <a:ext cx="2115600" cy="438600"/>
          </a:xfrm>
          <a:prstGeom prst="rect">
            <a:avLst/>
          </a:prstGeom>
          <a:solidFill>
            <a:srgbClr val="080E26"/>
          </a:solidFill>
          <a:ln cap="flat" cmpd="sng" w="9525">
            <a:solidFill>
              <a:srgbClr val="080E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3"/>
          <p:cNvSpPr/>
          <p:nvPr/>
        </p:nvSpPr>
        <p:spPr>
          <a:xfrm>
            <a:off x="695920" y="804029"/>
            <a:ext cx="7176254" cy="621268"/>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FFFFFF"/>
              </a:buClr>
              <a:buSzPts val="3900"/>
              <a:buFont typeface="Fraunces Medium"/>
              <a:buNone/>
            </a:pPr>
            <a:r>
              <a:rPr b="0" i="0" lang="en-US" sz="3900" u="none" cap="none" strike="noStrike">
                <a:solidFill>
                  <a:srgbClr val="FFFFFF"/>
                </a:solidFill>
                <a:latin typeface="Fraunces Medium"/>
                <a:ea typeface="Fraunces Medium"/>
                <a:cs typeface="Fraunces Medium"/>
                <a:sym typeface="Fraunces Medium"/>
              </a:rPr>
              <a:t>Working (Method / Mind Map)</a:t>
            </a:r>
            <a:endParaRPr b="0" i="0" sz="3900" u="none" cap="none" strike="noStrike"/>
          </a:p>
        </p:txBody>
      </p:sp>
      <p:sp>
        <p:nvSpPr>
          <p:cNvPr id="117" name="Google Shape;117;p23"/>
          <p:cNvSpPr/>
          <p:nvPr/>
        </p:nvSpPr>
        <p:spPr>
          <a:xfrm>
            <a:off x="695920" y="1773912"/>
            <a:ext cx="13238559" cy="298490"/>
          </a:xfrm>
          <a:prstGeom prst="rect">
            <a:avLst/>
          </a:prstGeom>
          <a:noFill/>
          <a:ln>
            <a:noFill/>
          </a:ln>
        </p:spPr>
        <p:txBody>
          <a:bodyPr anchorCtr="0" anchor="t" bIns="0" lIns="0" spcFirstLastPara="1" rIns="0" wrap="square" tIns="0">
            <a:noAutofit/>
          </a:bodyPr>
          <a:lstStyle/>
          <a:p>
            <a:pPr indent="0" lvl="0" marL="0" marR="0" rtl="0" algn="l">
              <a:lnSpc>
                <a:spcPct val="151612"/>
              </a:lnSpc>
              <a:spcBef>
                <a:spcPts val="0"/>
              </a:spcBef>
              <a:spcAft>
                <a:spcPts val="0"/>
              </a:spcAft>
              <a:buClr>
                <a:srgbClr val="EBECEF"/>
              </a:buClr>
              <a:buSzPts val="1550"/>
              <a:buFont typeface="Epilogue"/>
              <a:buNone/>
            </a:pPr>
            <a:r>
              <a:rPr b="0" i="0" lang="en-US" sz="1550" u="none" cap="none" strike="noStrike">
                <a:solidFill>
                  <a:srgbClr val="EBECEF"/>
                </a:solidFill>
                <a:latin typeface="Epilogue"/>
                <a:ea typeface="Epilogue"/>
                <a:cs typeface="Epilogue"/>
                <a:sym typeface="Epilogue"/>
              </a:rPr>
              <a:t>The working process of the Hangman game follows a simple sequence of steps.</a:t>
            </a:r>
            <a:endParaRPr b="0" i="0" sz="1550" u="none" cap="none" strike="noStrike"/>
          </a:p>
        </p:txBody>
      </p:sp>
      <p:sp>
        <p:nvSpPr>
          <p:cNvPr id="118" name="Google Shape;118;p23"/>
          <p:cNvSpPr/>
          <p:nvPr/>
        </p:nvSpPr>
        <p:spPr>
          <a:xfrm>
            <a:off x="695935" y="2268500"/>
            <a:ext cx="600300" cy="298500"/>
          </a:xfrm>
          <a:prstGeom prst="rect">
            <a:avLst/>
          </a:prstGeom>
          <a:noFill/>
          <a:ln>
            <a:noFill/>
          </a:ln>
        </p:spPr>
        <p:txBody>
          <a:bodyPr anchorCtr="0" anchor="t" bIns="0" lIns="0" spcFirstLastPara="1" rIns="0" wrap="square" tIns="0">
            <a:noAutofit/>
          </a:bodyPr>
          <a:lstStyle/>
          <a:p>
            <a:pPr indent="0" lvl="0" marL="0" marR="0" rtl="0" algn="l">
              <a:lnSpc>
                <a:spcPct val="151612"/>
              </a:lnSpc>
              <a:spcBef>
                <a:spcPts val="0"/>
              </a:spcBef>
              <a:spcAft>
                <a:spcPts val="0"/>
              </a:spcAft>
              <a:buClr>
                <a:srgbClr val="EBECEF"/>
              </a:buClr>
              <a:buSzPts val="1550"/>
              <a:buFont typeface="Fraunces Light"/>
              <a:buNone/>
            </a:pPr>
            <a:r>
              <a:rPr b="0" i="0" lang="en-US" sz="1550" u="none" cap="none" strike="noStrike">
                <a:solidFill>
                  <a:srgbClr val="EBECEF"/>
                </a:solidFill>
                <a:latin typeface="Fraunces Light"/>
                <a:ea typeface="Fraunces Light"/>
                <a:cs typeface="Fraunces Light"/>
                <a:sym typeface="Fraunces Light"/>
              </a:rPr>
              <a:t>01</a:t>
            </a:r>
            <a:endParaRPr b="0" i="0" sz="1550" u="none" cap="none" strike="noStrike"/>
          </a:p>
        </p:txBody>
      </p:sp>
      <p:sp>
        <p:nvSpPr>
          <p:cNvPr id="119" name="Google Shape;119;p23"/>
          <p:cNvSpPr/>
          <p:nvPr/>
        </p:nvSpPr>
        <p:spPr>
          <a:xfrm>
            <a:off x="695920" y="2583537"/>
            <a:ext cx="4296608" cy="22860"/>
          </a:xfrm>
          <a:prstGeom prst="rect">
            <a:avLst/>
          </a:prstGeom>
          <a:solidFill>
            <a:srgbClr val="8C98C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3"/>
          <p:cNvSpPr/>
          <p:nvPr/>
        </p:nvSpPr>
        <p:spPr>
          <a:xfrm>
            <a:off x="695920" y="2728674"/>
            <a:ext cx="4296608" cy="621506"/>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EBECEF"/>
              </a:buClr>
              <a:buSzPts val="1950"/>
              <a:buFont typeface="Fraunces Medium"/>
              <a:buNone/>
            </a:pPr>
            <a:r>
              <a:rPr b="0" i="0" lang="en-US" sz="1950" u="none" cap="none" strike="noStrike">
                <a:solidFill>
                  <a:srgbClr val="EBECEF"/>
                </a:solidFill>
                <a:latin typeface="Fraunces Medium"/>
                <a:ea typeface="Fraunces Medium"/>
                <a:cs typeface="Fraunces Medium"/>
                <a:sym typeface="Fraunces Medium"/>
              </a:rPr>
              <a:t>The system randomly selects a word from a predefined word list.</a:t>
            </a:r>
            <a:endParaRPr b="0" i="0" sz="1950" u="none" cap="none" strike="noStrike"/>
          </a:p>
        </p:txBody>
      </p:sp>
      <p:sp>
        <p:nvSpPr>
          <p:cNvPr id="121" name="Google Shape;121;p23"/>
          <p:cNvSpPr/>
          <p:nvPr/>
        </p:nvSpPr>
        <p:spPr>
          <a:xfrm>
            <a:off x="5166803" y="2268500"/>
            <a:ext cx="600300" cy="248400"/>
          </a:xfrm>
          <a:prstGeom prst="rect">
            <a:avLst/>
          </a:prstGeom>
          <a:noFill/>
          <a:ln>
            <a:noFill/>
          </a:ln>
        </p:spPr>
        <p:txBody>
          <a:bodyPr anchorCtr="0" anchor="t" bIns="0" lIns="0" spcFirstLastPara="1" rIns="0" wrap="square" tIns="0">
            <a:noAutofit/>
          </a:bodyPr>
          <a:lstStyle/>
          <a:p>
            <a:pPr indent="0" lvl="0" marL="0" marR="0" rtl="0" algn="l">
              <a:lnSpc>
                <a:spcPct val="151612"/>
              </a:lnSpc>
              <a:spcBef>
                <a:spcPts val="0"/>
              </a:spcBef>
              <a:spcAft>
                <a:spcPts val="0"/>
              </a:spcAft>
              <a:buClr>
                <a:srgbClr val="EBECEF"/>
              </a:buClr>
              <a:buSzPts val="1550"/>
              <a:buFont typeface="Fraunces Light"/>
              <a:buNone/>
            </a:pPr>
            <a:r>
              <a:rPr b="0" i="0" lang="en-US" sz="1550" u="none" cap="none" strike="noStrike">
                <a:solidFill>
                  <a:srgbClr val="EBECEF"/>
                </a:solidFill>
                <a:latin typeface="Fraunces Light"/>
                <a:ea typeface="Fraunces Light"/>
                <a:cs typeface="Fraunces Light"/>
                <a:sym typeface="Fraunces Light"/>
              </a:rPr>
              <a:t>02</a:t>
            </a:r>
            <a:endParaRPr b="0" i="0" sz="1550" u="none" cap="none" strike="noStrike"/>
          </a:p>
        </p:txBody>
      </p:sp>
      <p:sp>
        <p:nvSpPr>
          <p:cNvPr id="122" name="Google Shape;122;p23"/>
          <p:cNvSpPr/>
          <p:nvPr/>
        </p:nvSpPr>
        <p:spPr>
          <a:xfrm>
            <a:off x="5166836" y="2583537"/>
            <a:ext cx="4296608" cy="22860"/>
          </a:xfrm>
          <a:prstGeom prst="rect">
            <a:avLst/>
          </a:prstGeom>
          <a:solidFill>
            <a:srgbClr val="8C98C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3"/>
          <p:cNvSpPr/>
          <p:nvPr/>
        </p:nvSpPr>
        <p:spPr>
          <a:xfrm>
            <a:off x="5166836" y="2728674"/>
            <a:ext cx="4296608" cy="621506"/>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EBECEF"/>
              </a:buClr>
              <a:buSzPts val="1950"/>
              <a:buFont typeface="Fraunces Medium"/>
              <a:buNone/>
            </a:pPr>
            <a:r>
              <a:rPr b="0" i="0" lang="en-US" sz="1950" u="none" cap="none" strike="noStrike">
                <a:solidFill>
                  <a:srgbClr val="EBECEF"/>
                </a:solidFill>
                <a:latin typeface="Fraunces Medium"/>
                <a:ea typeface="Fraunces Medium"/>
                <a:cs typeface="Fraunces Medium"/>
                <a:sym typeface="Fraunces Medium"/>
              </a:rPr>
              <a:t>The selected word is displayed as hidden letters on the screen.</a:t>
            </a:r>
            <a:endParaRPr b="0" i="0" sz="1950" u="none" cap="none" strike="noStrike"/>
          </a:p>
        </p:txBody>
      </p:sp>
      <p:sp>
        <p:nvSpPr>
          <p:cNvPr id="124" name="Google Shape;124;p23"/>
          <p:cNvSpPr/>
          <p:nvPr/>
        </p:nvSpPr>
        <p:spPr>
          <a:xfrm>
            <a:off x="9637747" y="2268500"/>
            <a:ext cx="540900" cy="248400"/>
          </a:xfrm>
          <a:prstGeom prst="rect">
            <a:avLst/>
          </a:prstGeom>
          <a:noFill/>
          <a:ln>
            <a:noFill/>
          </a:ln>
        </p:spPr>
        <p:txBody>
          <a:bodyPr anchorCtr="0" anchor="t" bIns="0" lIns="0" spcFirstLastPara="1" rIns="0" wrap="square" tIns="0">
            <a:noAutofit/>
          </a:bodyPr>
          <a:lstStyle/>
          <a:p>
            <a:pPr indent="0" lvl="0" marL="0" marR="0" rtl="0" algn="l">
              <a:lnSpc>
                <a:spcPct val="151612"/>
              </a:lnSpc>
              <a:spcBef>
                <a:spcPts val="0"/>
              </a:spcBef>
              <a:spcAft>
                <a:spcPts val="0"/>
              </a:spcAft>
              <a:buClr>
                <a:srgbClr val="EBECEF"/>
              </a:buClr>
              <a:buSzPts val="1550"/>
              <a:buFont typeface="Fraunces Light"/>
              <a:buNone/>
            </a:pPr>
            <a:r>
              <a:rPr b="0" i="0" lang="en-US" sz="1550" u="none" cap="none" strike="noStrike">
                <a:solidFill>
                  <a:srgbClr val="EBECEF"/>
                </a:solidFill>
                <a:latin typeface="Fraunces Light"/>
                <a:ea typeface="Fraunces Light"/>
                <a:cs typeface="Fraunces Light"/>
                <a:sym typeface="Fraunces Light"/>
              </a:rPr>
              <a:t>03</a:t>
            </a:r>
            <a:endParaRPr b="0" i="0" sz="1550" u="none" cap="none" strike="noStrike"/>
          </a:p>
        </p:txBody>
      </p:sp>
      <p:sp>
        <p:nvSpPr>
          <p:cNvPr id="125" name="Google Shape;125;p23"/>
          <p:cNvSpPr/>
          <p:nvPr/>
        </p:nvSpPr>
        <p:spPr>
          <a:xfrm>
            <a:off x="9637752" y="2583537"/>
            <a:ext cx="4296728" cy="22860"/>
          </a:xfrm>
          <a:prstGeom prst="rect">
            <a:avLst/>
          </a:prstGeom>
          <a:solidFill>
            <a:srgbClr val="8C98C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23"/>
          <p:cNvSpPr/>
          <p:nvPr/>
        </p:nvSpPr>
        <p:spPr>
          <a:xfrm>
            <a:off x="9637752" y="2728674"/>
            <a:ext cx="4296728" cy="621506"/>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EBECEF"/>
              </a:buClr>
              <a:buSzPts val="1950"/>
              <a:buFont typeface="Fraunces Medium"/>
              <a:buNone/>
            </a:pPr>
            <a:r>
              <a:rPr b="0" i="0" lang="en-US" sz="1950" u="none" cap="none" strike="noStrike">
                <a:solidFill>
                  <a:srgbClr val="EBECEF"/>
                </a:solidFill>
                <a:latin typeface="Fraunces Medium"/>
                <a:ea typeface="Fraunces Medium"/>
                <a:cs typeface="Fraunces Medium"/>
                <a:sym typeface="Fraunces Medium"/>
              </a:rPr>
              <a:t>The player guesses letters using alphabet buttons.</a:t>
            </a:r>
            <a:endParaRPr b="0" i="0" sz="1950" u="none" cap="none" strike="noStrike"/>
          </a:p>
        </p:txBody>
      </p:sp>
      <p:sp>
        <p:nvSpPr>
          <p:cNvPr id="127" name="Google Shape;127;p23"/>
          <p:cNvSpPr/>
          <p:nvPr/>
        </p:nvSpPr>
        <p:spPr>
          <a:xfrm>
            <a:off x="695928" y="3673550"/>
            <a:ext cx="324300" cy="248400"/>
          </a:xfrm>
          <a:prstGeom prst="rect">
            <a:avLst/>
          </a:prstGeom>
          <a:noFill/>
          <a:ln>
            <a:noFill/>
          </a:ln>
        </p:spPr>
        <p:txBody>
          <a:bodyPr anchorCtr="0" anchor="t" bIns="0" lIns="0" spcFirstLastPara="1" rIns="0" wrap="square" tIns="0">
            <a:noAutofit/>
          </a:bodyPr>
          <a:lstStyle/>
          <a:p>
            <a:pPr indent="0" lvl="0" marL="0" marR="0" rtl="0" algn="l">
              <a:lnSpc>
                <a:spcPct val="151612"/>
              </a:lnSpc>
              <a:spcBef>
                <a:spcPts val="0"/>
              </a:spcBef>
              <a:spcAft>
                <a:spcPts val="0"/>
              </a:spcAft>
              <a:buClr>
                <a:srgbClr val="EBECEF"/>
              </a:buClr>
              <a:buSzPts val="1550"/>
              <a:buFont typeface="Fraunces Light"/>
              <a:buNone/>
            </a:pPr>
            <a:r>
              <a:rPr b="0" i="0" lang="en-US" sz="1550" u="none" cap="none" strike="noStrike">
                <a:solidFill>
                  <a:srgbClr val="EBECEF"/>
                </a:solidFill>
                <a:latin typeface="Fraunces Light"/>
                <a:ea typeface="Fraunces Light"/>
                <a:cs typeface="Fraunces Light"/>
                <a:sym typeface="Fraunces Light"/>
              </a:rPr>
              <a:t>04</a:t>
            </a:r>
            <a:endParaRPr b="0" i="0" sz="1550" u="none" cap="none" strike="noStrike"/>
          </a:p>
        </p:txBody>
      </p:sp>
      <p:sp>
        <p:nvSpPr>
          <p:cNvPr id="128" name="Google Shape;128;p23"/>
          <p:cNvSpPr/>
          <p:nvPr/>
        </p:nvSpPr>
        <p:spPr>
          <a:xfrm>
            <a:off x="695920" y="3988594"/>
            <a:ext cx="4296608" cy="22860"/>
          </a:xfrm>
          <a:prstGeom prst="rect">
            <a:avLst/>
          </a:prstGeom>
          <a:solidFill>
            <a:srgbClr val="8C98C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3"/>
          <p:cNvSpPr/>
          <p:nvPr/>
        </p:nvSpPr>
        <p:spPr>
          <a:xfrm>
            <a:off x="695920" y="4133731"/>
            <a:ext cx="4296608" cy="932259"/>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EBECEF"/>
              </a:buClr>
              <a:buSzPts val="1950"/>
              <a:buFont typeface="Fraunces Medium"/>
              <a:buNone/>
            </a:pPr>
            <a:r>
              <a:rPr b="0" i="0" lang="en-US" sz="1950" u="none" cap="none" strike="noStrike">
                <a:solidFill>
                  <a:srgbClr val="EBECEF"/>
                </a:solidFill>
                <a:latin typeface="Fraunces Medium"/>
                <a:ea typeface="Fraunces Medium"/>
                <a:cs typeface="Fraunces Medium"/>
                <a:sym typeface="Fraunces Medium"/>
              </a:rPr>
              <a:t>If the guessed letter is correct, the letter appears in the correct position in the word.</a:t>
            </a:r>
            <a:endParaRPr b="0" i="0" sz="1950" u="none" cap="none" strike="noStrike"/>
          </a:p>
        </p:txBody>
      </p:sp>
      <p:sp>
        <p:nvSpPr>
          <p:cNvPr id="130" name="Google Shape;130;p23"/>
          <p:cNvSpPr/>
          <p:nvPr/>
        </p:nvSpPr>
        <p:spPr>
          <a:xfrm>
            <a:off x="5166817" y="3673550"/>
            <a:ext cx="324300" cy="248400"/>
          </a:xfrm>
          <a:prstGeom prst="rect">
            <a:avLst/>
          </a:prstGeom>
          <a:noFill/>
          <a:ln>
            <a:noFill/>
          </a:ln>
        </p:spPr>
        <p:txBody>
          <a:bodyPr anchorCtr="0" anchor="t" bIns="0" lIns="0" spcFirstLastPara="1" rIns="0" wrap="square" tIns="0">
            <a:noAutofit/>
          </a:bodyPr>
          <a:lstStyle/>
          <a:p>
            <a:pPr indent="0" lvl="0" marL="0" marR="0" rtl="0" algn="l">
              <a:lnSpc>
                <a:spcPct val="151612"/>
              </a:lnSpc>
              <a:spcBef>
                <a:spcPts val="0"/>
              </a:spcBef>
              <a:spcAft>
                <a:spcPts val="0"/>
              </a:spcAft>
              <a:buClr>
                <a:srgbClr val="EBECEF"/>
              </a:buClr>
              <a:buSzPts val="1550"/>
              <a:buFont typeface="Fraunces Light"/>
              <a:buNone/>
            </a:pPr>
            <a:r>
              <a:rPr b="0" i="0" lang="en-US" sz="1550" u="none" cap="none" strike="noStrike">
                <a:solidFill>
                  <a:srgbClr val="EBECEF"/>
                </a:solidFill>
                <a:latin typeface="Fraunces Light"/>
                <a:ea typeface="Fraunces Light"/>
                <a:cs typeface="Fraunces Light"/>
                <a:sym typeface="Fraunces Light"/>
              </a:rPr>
              <a:t>05</a:t>
            </a:r>
            <a:endParaRPr b="0" i="0" sz="1550" u="none" cap="none" strike="noStrike"/>
          </a:p>
        </p:txBody>
      </p:sp>
      <p:sp>
        <p:nvSpPr>
          <p:cNvPr id="131" name="Google Shape;131;p23"/>
          <p:cNvSpPr/>
          <p:nvPr/>
        </p:nvSpPr>
        <p:spPr>
          <a:xfrm>
            <a:off x="5166836" y="3988594"/>
            <a:ext cx="4296608" cy="22860"/>
          </a:xfrm>
          <a:prstGeom prst="rect">
            <a:avLst/>
          </a:prstGeom>
          <a:solidFill>
            <a:srgbClr val="8C98C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3"/>
          <p:cNvSpPr/>
          <p:nvPr/>
        </p:nvSpPr>
        <p:spPr>
          <a:xfrm>
            <a:off x="5166836" y="4133731"/>
            <a:ext cx="4296608" cy="932259"/>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EBECEF"/>
              </a:buClr>
              <a:buSzPts val="1950"/>
              <a:buFont typeface="Fraunces Medium"/>
              <a:buNone/>
            </a:pPr>
            <a:r>
              <a:rPr b="0" i="0" lang="en-US" sz="1950" u="none" cap="none" strike="noStrike">
                <a:solidFill>
                  <a:srgbClr val="EBECEF"/>
                </a:solidFill>
                <a:latin typeface="Fraunces Medium"/>
                <a:ea typeface="Fraunces Medium"/>
                <a:cs typeface="Fraunces Medium"/>
                <a:sym typeface="Fraunces Medium"/>
              </a:rPr>
              <a:t>If the guessed letter is incorrect, part of the hangman figure is drawn.</a:t>
            </a:r>
            <a:endParaRPr b="0" i="0" sz="1950" u="none" cap="none" strike="noStrike"/>
          </a:p>
        </p:txBody>
      </p:sp>
      <p:sp>
        <p:nvSpPr>
          <p:cNvPr id="133" name="Google Shape;133;p23"/>
          <p:cNvSpPr/>
          <p:nvPr/>
        </p:nvSpPr>
        <p:spPr>
          <a:xfrm>
            <a:off x="9637747" y="3673549"/>
            <a:ext cx="540900" cy="298500"/>
          </a:xfrm>
          <a:prstGeom prst="rect">
            <a:avLst/>
          </a:prstGeom>
          <a:noFill/>
          <a:ln>
            <a:noFill/>
          </a:ln>
        </p:spPr>
        <p:txBody>
          <a:bodyPr anchorCtr="0" anchor="t" bIns="0" lIns="0" spcFirstLastPara="1" rIns="0" wrap="square" tIns="0">
            <a:noAutofit/>
          </a:bodyPr>
          <a:lstStyle/>
          <a:p>
            <a:pPr indent="0" lvl="0" marL="0" marR="0" rtl="0" algn="l">
              <a:lnSpc>
                <a:spcPct val="151612"/>
              </a:lnSpc>
              <a:spcBef>
                <a:spcPts val="0"/>
              </a:spcBef>
              <a:spcAft>
                <a:spcPts val="0"/>
              </a:spcAft>
              <a:buClr>
                <a:srgbClr val="EBECEF"/>
              </a:buClr>
              <a:buSzPts val="1550"/>
              <a:buFont typeface="Fraunces Light"/>
              <a:buNone/>
            </a:pPr>
            <a:r>
              <a:rPr b="0" i="0" lang="en-US" sz="1550" u="none" cap="none" strike="noStrike">
                <a:solidFill>
                  <a:srgbClr val="EBECEF"/>
                </a:solidFill>
                <a:latin typeface="Fraunces Light"/>
                <a:ea typeface="Fraunces Light"/>
                <a:cs typeface="Fraunces Light"/>
                <a:sym typeface="Fraunces Light"/>
              </a:rPr>
              <a:t>06</a:t>
            </a:r>
            <a:endParaRPr b="0" i="0" sz="1550" u="none" cap="none" strike="noStrike"/>
          </a:p>
        </p:txBody>
      </p:sp>
      <p:sp>
        <p:nvSpPr>
          <p:cNvPr id="134" name="Google Shape;134;p23"/>
          <p:cNvSpPr/>
          <p:nvPr/>
        </p:nvSpPr>
        <p:spPr>
          <a:xfrm>
            <a:off x="9637752" y="3988594"/>
            <a:ext cx="4296728" cy="22860"/>
          </a:xfrm>
          <a:prstGeom prst="rect">
            <a:avLst/>
          </a:prstGeom>
          <a:solidFill>
            <a:srgbClr val="8C98C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3"/>
          <p:cNvSpPr/>
          <p:nvPr/>
        </p:nvSpPr>
        <p:spPr>
          <a:xfrm>
            <a:off x="9637752" y="4133731"/>
            <a:ext cx="4296728" cy="1553766"/>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EBECEF"/>
              </a:buClr>
              <a:buSzPts val="1950"/>
              <a:buFont typeface="Fraunces Medium"/>
              <a:buNone/>
            </a:pPr>
            <a:r>
              <a:rPr b="0" i="0" lang="en-US" sz="1950" u="none" cap="none" strike="noStrike">
                <a:solidFill>
                  <a:srgbClr val="EBECEF"/>
                </a:solidFill>
                <a:latin typeface="Fraunces Medium"/>
                <a:ea typeface="Fraunces Medium"/>
                <a:cs typeface="Fraunces Medium"/>
                <a:sym typeface="Fraunces Medium"/>
              </a:rPr>
              <a:t>The system continues checking guesses until the player either completes the word or reaches the maximum number of incorrect attempts.</a:t>
            </a:r>
            <a:endParaRPr b="0" i="0" sz="1950" u="none" cap="none" strike="noStrike"/>
          </a:p>
        </p:txBody>
      </p:sp>
      <p:sp>
        <p:nvSpPr>
          <p:cNvPr id="136" name="Google Shape;136;p23"/>
          <p:cNvSpPr/>
          <p:nvPr/>
        </p:nvSpPr>
        <p:spPr>
          <a:xfrm>
            <a:off x="695929" y="6010875"/>
            <a:ext cx="324300" cy="248400"/>
          </a:xfrm>
          <a:prstGeom prst="rect">
            <a:avLst/>
          </a:prstGeom>
          <a:noFill/>
          <a:ln>
            <a:noFill/>
          </a:ln>
        </p:spPr>
        <p:txBody>
          <a:bodyPr anchorCtr="0" anchor="t" bIns="0" lIns="0" spcFirstLastPara="1" rIns="0" wrap="square" tIns="0">
            <a:noAutofit/>
          </a:bodyPr>
          <a:lstStyle/>
          <a:p>
            <a:pPr indent="0" lvl="0" marL="0" marR="0" rtl="0" algn="l">
              <a:lnSpc>
                <a:spcPct val="151612"/>
              </a:lnSpc>
              <a:spcBef>
                <a:spcPts val="0"/>
              </a:spcBef>
              <a:spcAft>
                <a:spcPts val="0"/>
              </a:spcAft>
              <a:buClr>
                <a:srgbClr val="EBECEF"/>
              </a:buClr>
              <a:buSzPts val="1550"/>
              <a:buFont typeface="Fraunces Light"/>
              <a:buNone/>
            </a:pPr>
            <a:r>
              <a:rPr b="0" i="0" lang="en-US" sz="1550" u="none" cap="none" strike="noStrike">
                <a:solidFill>
                  <a:srgbClr val="EBECEF"/>
                </a:solidFill>
                <a:latin typeface="Fraunces Light"/>
                <a:ea typeface="Fraunces Light"/>
                <a:cs typeface="Fraunces Light"/>
                <a:sym typeface="Fraunces Light"/>
              </a:rPr>
              <a:t>07</a:t>
            </a:r>
            <a:endParaRPr b="0" i="0" sz="1550" u="none" cap="none" strike="noStrike"/>
          </a:p>
        </p:txBody>
      </p:sp>
      <p:sp>
        <p:nvSpPr>
          <p:cNvPr id="137" name="Google Shape;137;p23"/>
          <p:cNvSpPr/>
          <p:nvPr/>
        </p:nvSpPr>
        <p:spPr>
          <a:xfrm>
            <a:off x="695920" y="6325910"/>
            <a:ext cx="13238559" cy="22860"/>
          </a:xfrm>
          <a:prstGeom prst="rect">
            <a:avLst/>
          </a:prstGeom>
          <a:solidFill>
            <a:srgbClr val="8C98C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23"/>
          <p:cNvSpPr/>
          <p:nvPr/>
        </p:nvSpPr>
        <p:spPr>
          <a:xfrm>
            <a:off x="695920" y="6471047"/>
            <a:ext cx="8857417" cy="310753"/>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EBECEF"/>
              </a:buClr>
              <a:buSzPts val="1950"/>
              <a:buFont typeface="Fraunces Medium"/>
              <a:buNone/>
            </a:pPr>
            <a:r>
              <a:rPr b="0" i="0" lang="en-US" sz="1950" u="none" cap="none" strike="noStrike">
                <a:solidFill>
                  <a:srgbClr val="EBECEF"/>
                </a:solidFill>
                <a:latin typeface="Fraunces Medium"/>
                <a:ea typeface="Fraunces Medium"/>
                <a:cs typeface="Fraunces Medium"/>
                <a:sym typeface="Fraunces Medium"/>
              </a:rPr>
              <a:t>The game then displays a win or loss message and updates the leaderboard.</a:t>
            </a:r>
            <a:endParaRPr b="0" i="0" sz="1950" u="none" cap="none" strike="noStrike"/>
          </a:p>
        </p:txBody>
      </p:sp>
      <p:sp>
        <p:nvSpPr>
          <p:cNvPr id="139" name="Google Shape;139;p23"/>
          <p:cNvSpPr/>
          <p:nvPr/>
        </p:nvSpPr>
        <p:spPr>
          <a:xfrm>
            <a:off x="695920" y="7126962"/>
            <a:ext cx="13238559" cy="298490"/>
          </a:xfrm>
          <a:prstGeom prst="rect">
            <a:avLst/>
          </a:prstGeom>
          <a:noFill/>
          <a:ln>
            <a:noFill/>
          </a:ln>
        </p:spPr>
        <p:txBody>
          <a:bodyPr anchorCtr="0" anchor="t" bIns="0" lIns="0" spcFirstLastPara="1" rIns="0" wrap="square" tIns="0">
            <a:noAutofit/>
          </a:bodyPr>
          <a:lstStyle/>
          <a:p>
            <a:pPr indent="0" lvl="0" marL="0" marR="0" rtl="0" algn="l">
              <a:lnSpc>
                <a:spcPct val="151612"/>
              </a:lnSpc>
              <a:spcBef>
                <a:spcPts val="0"/>
              </a:spcBef>
              <a:spcAft>
                <a:spcPts val="0"/>
              </a:spcAft>
              <a:buClr>
                <a:srgbClr val="EBECEF"/>
              </a:buClr>
              <a:buSzPts val="1550"/>
              <a:buFont typeface="Epilogue"/>
              <a:buNone/>
            </a:pPr>
            <a:r>
              <a:rPr b="0" i="0" lang="en-US" sz="1550" u="none" cap="none" strike="noStrike">
                <a:solidFill>
                  <a:srgbClr val="EBECEF"/>
                </a:solidFill>
                <a:latin typeface="Epilogue"/>
                <a:ea typeface="Epilogue"/>
                <a:cs typeface="Epilogue"/>
                <a:sym typeface="Epilogue"/>
              </a:rPr>
              <a:t>This process ensures smooth gameplay and interactive user participation.</a:t>
            </a:r>
            <a:endParaRPr b="0" i="0" sz="1550" u="none" cap="none" strike="noStrike"/>
          </a:p>
        </p:txBody>
      </p:sp>
      <p:sp>
        <p:nvSpPr>
          <p:cNvPr id="140" name="Google Shape;140;p23"/>
          <p:cNvSpPr/>
          <p:nvPr/>
        </p:nvSpPr>
        <p:spPr>
          <a:xfrm>
            <a:off x="12410125" y="7674900"/>
            <a:ext cx="2115600" cy="438600"/>
          </a:xfrm>
          <a:prstGeom prst="rect">
            <a:avLst/>
          </a:prstGeom>
          <a:solidFill>
            <a:srgbClr val="080E26"/>
          </a:solidFill>
          <a:ln cap="flat" cmpd="sng" w="9525">
            <a:solidFill>
              <a:srgbClr val="080E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4"/>
          <p:cNvSpPr/>
          <p:nvPr/>
        </p:nvSpPr>
        <p:spPr>
          <a:xfrm>
            <a:off x="793790" y="2444829"/>
            <a:ext cx="567059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FFFFF"/>
              </a:buClr>
              <a:buSzPts val="4450"/>
              <a:buFont typeface="Fraunces Medium"/>
              <a:buNone/>
            </a:pPr>
            <a:r>
              <a:rPr b="0" i="0" lang="en-US" sz="4450" u="none" cap="none" strike="noStrike">
                <a:solidFill>
                  <a:srgbClr val="FFFFFF"/>
                </a:solidFill>
                <a:latin typeface="Fraunces Medium"/>
                <a:ea typeface="Fraunces Medium"/>
                <a:cs typeface="Fraunces Medium"/>
                <a:sym typeface="Fraunces Medium"/>
              </a:rPr>
              <a:t>Conclusion</a:t>
            </a:r>
            <a:endParaRPr b="0" i="0" sz="4450" u="none" cap="none" strike="noStrike"/>
          </a:p>
        </p:txBody>
      </p:sp>
      <p:sp>
        <p:nvSpPr>
          <p:cNvPr id="147" name="Google Shape;147;p24"/>
          <p:cNvSpPr/>
          <p:nvPr/>
        </p:nvSpPr>
        <p:spPr>
          <a:xfrm>
            <a:off x="793800" y="3607222"/>
            <a:ext cx="13042800" cy="26385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BECEF"/>
              </a:buClr>
              <a:buSzPts val="1750"/>
              <a:buFont typeface="Epilogue"/>
              <a:buNone/>
            </a:pPr>
            <a:r>
              <a:rPr b="0" i="0" lang="en-US" sz="1750" u="none" cap="none" strike="noStrike">
                <a:solidFill>
                  <a:srgbClr val="EBECEF"/>
                </a:solidFill>
                <a:latin typeface="Epilogue"/>
                <a:ea typeface="Epilogue"/>
                <a:cs typeface="Epilogue"/>
                <a:sym typeface="Epilogue"/>
              </a:rPr>
              <a:t>The Hangman Multiplayer Word Guessing Platform successfully enhances the traditional Hangman game by adding modern features such as multiplayer gameplay, leaderboard tracking, and a discussion forum. The project demonstrates how web technologies such as HTML, CSS, and JavaScript can be used to create interactive and engaging browser based applications. The system encourages friendly competition among players while also promoting vocabulary learning and problem solving skills. Overall, the platform provides a fun and educational gaming experience while showcasing the practical implementation of frontend web development technologies.</a:t>
            </a:r>
            <a:endParaRPr b="0" i="0" sz="1750" u="none" cap="none" strike="noStrike"/>
          </a:p>
        </p:txBody>
      </p:sp>
      <p:sp>
        <p:nvSpPr>
          <p:cNvPr id="148" name="Google Shape;148;p24"/>
          <p:cNvSpPr/>
          <p:nvPr/>
        </p:nvSpPr>
        <p:spPr>
          <a:xfrm>
            <a:off x="12410125" y="7674900"/>
            <a:ext cx="2115600" cy="438600"/>
          </a:xfrm>
          <a:prstGeom prst="rect">
            <a:avLst/>
          </a:prstGeom>
          <a:solidFill>
            <a:srgbClr val="080E26"/>
          </a:solidFill>
          <a:ln cap="flat" cmpd="sng" w="9525">
            <a:solidFill>
              <a:srgbClr val="080E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81B50"/>
        </a:solidFill>
      </p:bgPr>
    </p:bg>
    <p:spTree>
      <p:nvGrpSpPr>
        <p:cNvPr id="152" name="Shape 152"/>
        <p:cNvGrpSpPr/>
        <p:nvPr/>
      </p:nvGrpSpPr>
      <p:grpSpPr>
        <a:xfrm>
          <a:off x="0" y="0"/>
          <a:ext cx="0" cy="0"/>
          <a:chOff x="0" y="0"/>
          <a:chExt cx="0" cy="0"/>
        </a:xfrm>
      </p:grpSpPr>
      <p:sp>
        <p:nvSpPr>
          <p:cNvPr id="153" name="Google Shape;153;p25"/>
          <p:cNvSpPr txBox="1"/>
          <p:nvPr>
            <p:ph idx="1" type="subTitle"/>
          </p:nvPr>
        </p:nvSpPr>
        <p:spPr>
          <a:xfrm>
            <a:off x="498720" y="4534600"/>
            <a:ext cx="13632900" cy="1268100"/>
          </a:xfrm>
          <a:prstGeom prst="rect">
            <a:avLst/>
          </a:prstGeom>
        </p:spPr>
        <p:txBody>
          <a:bodyPr anchorCtr="0" anchor="t" bIns="146275" lIns="146275" spcFirstLastPara="1" rIns="146275" wrap="square" tIns="146275">
            <a:normAutofit/>
          </a:bodyPr>
          <a:lstStyle/>
          <a:p>
            <a:pPr indent="0" lvl="0" marL="0" rtl="0" algn="ctr">
              <a:spcBef>
                <a:spcPts val="0"/>
              </a:spcBef>
              <a:spcAft>
                <a:spcPts val="0"/>
              </a:spcAft>
              <a:buNone/>
            </a:pPr>
            <a:r>
              <a:rPr b="1" lang="en-US">
                <a:solidFill>
                  <a:schemeClr val="lt1"/>
                </a:solidFill>
              </a:rPr>
              <a:t>Thank You</a:t>
            </a:r>
            <a:endParaRPr b="1">
              <a:solidFill>
                <a:schemeClr val="lt1"/>
              </a:solidFill>
            </a:endParaRPr>
          </a:p>
        </p:txBody>
      </p:sp>
      <p:pic>
        <p:nvPicPr>
          <p:cNvPr id="154" name="Google Shape;154;p25" title="download.png"/>
          <p:cNvPicPr preferRelativeResize="0"/>
          <p:nvPr/>
        </p:nvPicPr>
        <p:blipFill>
          <a:blip r:embed="rId3">
            <a:alphaModFix/>
          </a:blip>
          <a:stretch>
            <a:fillRect/>
          </a:stretch>
        </p:blipFill>
        <p:spPr>
          <a:xfrm>
            <a:off x="4259580" y="1507760"/>
            <a:ext cx="6111240" cy="192024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