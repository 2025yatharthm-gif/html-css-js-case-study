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3"/>
    <p:sldMasterId id="2147483666" r:id="rId4"/>
  </p:sldMasterIdLst>
  <p:notesMasterIdLst>
    <p:notesMasterId r:id="rId5"/>
  </p:notesMasterIdLst>
  <p:sldIdLst>
    <p:sldId id="256" r:id="rId6"/>
    <p:sldId id="257" r:id="rId7"/>
    <p:sldId id="258" r:id="rId8"/>
    <p:sldId id="259" r:id="rId9"/>
    <p:sldId id="260" r:id="rId10"/>
    <p:sldId id="261" r:id="rId11"/>
  </p:sldIdLst>
  <p:sldSz cy="8229600" cx="14630400"/>
  <p:notesSz cx="8229600" cy="14630400"/>
  <p:embeddedFontLst>
    <p:embeddedFont>
      <p:font typeface="Fraunces"/>
      <p:regular r:id="rId12"/>
      <p:bold r:id="rId13"/>
      <p:italic r:id="rId14"/>
      <p:boldItalic r:id="rId15"/>
    </p:embeddedFont>
    <p:embeddedFont>
      <p:font typeface="Fraunces Medium"/>
      <p:regular r:id="rId16"/>
      <p:bold r:id="rId17"/>
      <p:italic r:id="rId18"/>
      <p:boldItalic r:id="rId19"/>
    </p:embeddedFont>
    <p:embeddedFont>
      <p:font typeface="Epilogue"/>
      <p:regular r:id="rId20"/>
      <p:bold r:id="rId21"/>
      <p:italic r:id="rId22"/>
      <p:boldItalic r:id="rId23"/>
    </p:embeddedFont>
    <p:embeddedFont>
      <p:font typeface="Fraunces Light"/>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Epilogue-regular.fntdata"/><Relationship Id="rId22" Type="http://schemas.openxmlformats.org/officeDocument/2006/relationships/font" Target="fonts/Epilogue-italic.fntdata"/><Relationship Id="rId21" Type="http://schemas.openxmlformats.org/officeDocument/2006/relationships/font" Target="fonts/Epilogue-bold.fntdata"/><Relationship Id="rId24" Type="http://schemas.openxmlformats.org/officeDocument/2006/relationships/font" Target="fonts/FrauncesLight-regular.fntdata"/><Relationship Id="rId23" Type="http://schemas.openxmlformats.org/officeDocument/2006/relationships/font" Target="fonts/Epilogue-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FrauncesLight-italic.fntdata"/><Relationship Id="rId25" Type="http://schemas.openxmlformats.org/officeDocument/2006/relationships/font" Target="fonts/FrauncesLight-bold.fntdata"/><Relationship Id="rId27" Type="http://schemas.openxmlformats.org/officeDocument/2006/relationships/font" Target="fonts/FrauncesLigh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Fraunces-bold.fntdata"/><Relationship Id="rId12" Type="http://schemas.openxmlformats.org/officeDocument/2006/relationships/font" Target="fonts/Fraunces-regular.fntdata"/><Relationship Id="rId15" Type="http://schemas.openxmlformats.org/officeDocument/2006/relationships/font" Target="fonts/Fraunces-boldItalic.fntdata"/><Relationship Id="rId14" Type="http://schemas.openxmlformats.org/officeDocument/2006/relationships/font" Target="fonts/Fraunces-italic.fntdata"/><Relationship Id="rId17" Type="http://schemas.openxmlformats.org/officeDocument/2006/relationships/font" Target="fonts/FrauncesMedium-bold.fntdata"/><Relationship Id="rId16" Type="http://schemas.openxmlformats.org/officeDocument/2006/relationships/font" Target="fonts/FrauncesMedium-regular.fntdata"/><Relationship Id="rId19" Type="http://schemas.openxmlformats.org/officeDocument/2006/relationships/font" Target="fonts/FrauncesMedium-boldItalic.fntdata"/><Relationship Id="rId18" Type="http://schemas.openxmlformats.org/officeDocument/2006/relationships/font" Target="fonts/FrauncesMedium-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cdf926eb4b_0_0: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p:spPr>
      </p:sp>
      <p:sp>
        <p:nvSpPr>
          <p:cNvPr id="78" name="Google Shape;78;g3cdf926eb4b_0_0:notes"/>
          <p:cNvSpPr txBox="1"/>
          <p:nvPr>
            <p:ph idx="1" type="body"/>
          </p:nvPr>
        </p:nvSpPr>
        <p:spPr>
          <a:xfrm>
            <a:off x="822960" y="6949440"/>
            <a:ext cx="6583800" cy="6583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cdf926eb4b_0_104: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cdf926eb4b_0_104:notes"/>
          <p:cNvSpPr txBox="1"/>
          <p:nvPr>
            <p:ph idx="1" type="body"/>
          </p:nvPr>
        </p:nvSpPr>
        <p:spPr>
          <a:xfrm>
            <a:off x="822960" y="6949440"/>
            <a:ext cx="6583800" cy="6583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sp>
        <p:nvSpPr>
          <p:cNvPr id="15" name="Google Shape;15;p3"/>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4"/>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sp>
        <p:nvSpPr>
          <p:cNvPr id="23" name="Google Shape;23;p5"/>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6" name="Shape 26"/>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 name="Shape 27"/>
        <p:cNvGrpSpPr/>
        <p:nvPr/>
      </p:nvGrpSpPr>
      <p:grpSpPr>
        <a:xfrm>
          <a:off x="0" y="0"/>
          <a:ext cx="0" cy="0"/>
          <a:chOff x="0" y="0"/>
          <a:chExt cx="0" cy="0"/>
        </a:xfrm>
      </p:grpSpPr>
      <p:sp>
        <p:nvSpPr>
          <p:cNvPr id="28" name="Google Shape;28;p7"/>
          <p:cNvSpPr txBox="1"/>
          <p:nvPr>
            <p:ph type="ctrTitle"/>
          </p:nvPr>
        </p:nvSpPr>
        <p:spPr>
          <a:xfrm>
            <a:off x="498733" y="1191320"/>
            <a:ext cx="13632900" cy="3284100"/>
          </a:xfrm>
          <a:prstGeom prst="rect">
            <a:avLst/>
          </a:prstGeom>
          <a:noFill/>
          <a:ln>
            <a:noFill/>
          </a:ln>
        </p:spPr>
        <p:txBody>
          <a:bodyPr anchorCtr="0" anchor="b" bIns="146275" lIns="146275" spcFirstLastPara="1" rIns="146275" wrap="square" tIns="146275">
            <a:noAutofit/>
          </a:bodyPr>
          <a:lstStyle>
            <a:lvl1pPr lvl="0" algn="ctr">
              <a:spcBef>
                <a:spcPts val="0"/>
              </a:spcBef>
              <a:spcAft>
                <a:spcPts val="0"/>
              </a:spcAft>
              <a:buSzPts val="8300"/>
              <a:buChar char="●"/>
              <a:defRPr sz="8300"/>
            </a:lvl1pPr>
            <a:lvl2pPr lvl="1" algn="ctr">
              <a:spcBef>
                <a:spcPts val="0"/>
              </a:spcBef>
              <a:spcAft>
                <a:spcPts val="0"/>
              </a:spcAft>
              <a:buSzPts val="8300"/>
              <a:buChar char="○"/>
              <a:defRPr sz="8300"/>
            </a:lvl2pPr>
            <a:lvl3pPr lvl="2" algn="ctr">
              <a:spcBef>
                <a:spcPts val="0"/>
              </a:spcBef>
              <a:spcAft>
                <a:spcPts val="0"/>
              </a:spcAft>
              <a:buSzPts val="8300"/>
              <a:buChar char="■"/>
              <a:defRPr sz="8300"/>
            </a:lvl3pPr>
            <a:lvl4pPr lvl="3" algn="ctr">
              <a:spcBef>
                <a:spcPts val="0"/>
              </a:spcBef>
              <a:spcAft>
                <a:spcPts val="0"/>
              </a:spcAft>
              <a:buSzPts val="8300"/>
              <a:buChar char="●"/>
              <a:defRPr sz="8300"/>
            </a:lvl4pPr>
            <a:lvl5pPr lvl="4" algn="ctr">
              <a:spcBef>
                <a:spcPts val="0"/>
              </a:spcBef>
              <a:spcAft>
                <a:spcPts val="0"/>
              </a:spcAft>
              <a:buSzPts val="8300"/>
              <a:buChar char="○"/>
              <a:defRPr sz="8300"/>
            </a:lvl5pPr>
            <a:lvl6pPr lvl="5" algn="ctr">
              <a:spcBef>
                <a:spcPts val="0"/>
              </a:spcBef>
              <a:spcAft>
                <a:spcPts val="0"/>
              </a:spcAft>
              <a:buSzPts val="8300"/>
              <a:buChar char="■"/>
              <a:defRPr sz="8300"/>
            </a:lvl6pPr>
            <a:lvl7pPr lvl="6" algn="ctr">
              <a:spcBef>
                <a:spcPts val="0"/>
              </a:spcBef>
              <a:spcAft>
                <a:spcPts val="0"/>
              </a:spcAft>
              <a:buSzPts val="8300"/>
              <a:buChar char="●"/>
              <a:defRPr sz="8300"/>
            </a:lvl7pPr>
            <a:lvl8pPr lvl="7" algn="ctr">
              <a:spcBef>
                <a:spcPts val="0"/>
              </a:spcBef>
              <a:spcAft>
                <a:spcPts val="0"/>
              </a:spcAft>
              <a:buSzPts val="8300"/>
              <a:buChar char="○"/>
              <a:defRPr sz="8300"/>
            </a:lvl8pPr>
            <a:lvl9pPr lvl="8" algn="ctr">
              <a:spcBef>
                <a:spcPts val="0"/>
              </a:spcBef>
              <a:spcAft>
                <a:spcPts val="0"/>
              </a:spcAft>
              <a:buSzPts val="8300"/>
              <a:buChar char="■"/>
              <a:defRPr sz="8300"/>
            </a:lvl9pPr>
          </a:lstStyle>
          <a:p/>
        </p:txBody>
      </p:sp>
      <p:sp>
        <p:nvSpPr>
          <p:cNvPr id="29" name="Google Shape;29;p7"/>
          <p:cNvSpPr txBox="1"/>
          <p:nvPr>
            <p:ph idx="1" type="subTitle"/>
          </p:nvPr>
        </p:nvSpPr>
        <p:spPr>
          <a:xfrm>
            <a:off x="498720" y="4534600"/>
            <a:ext cx="13632900" cy="1268100"/>
          </a:xfrm>
          <a:prstGeom prst="rect">
            <a:avLst/>
          </a:prstGeom>
          <a:noFill/>
          <a:ln>
            <a:noFill/>
          </a:ln>
        </p:spPr>
        <p:txBody>
          <a:bodyPr anchorCtr="0" anchor="ctr" bIns="146275" lIns="146275" spcFirstLastPara="1" rIns="146275" wrap="square" tIns="146275">
            <a:noAutofit/>
          </a:bodyPr>
          <a:lstStyle>
            <a:lvl1pPr lvl="0" algn="ctr">
              <a:lnSpc>
                <a:spcPct val="100000"/>
              </a:lnSpc>
              <a:spcBef>
                <a:spcPts val="0"/>
              </a:spcBef>
              <a:spcAft>
                <a:spcPts val="0"/>
              </a:spcAft>
              <a:buSzPts val="4500"/>
              <a:buNone/>
              <a:defRPr sz="4500"/>
            </a:lvl1pPr>
            <a:lvl2pPr lvl="1" algn="ctr">
              <a:lnSpc>
                <a:spcPct val="100000"/>
              </a:lnSpc>
              <a:spcBef>
                <a:spcPts val="0"/>
              </a:spcBef>
              <a:spcAft>
                <a:spcPts val="0"/>
              </a:spcAft>
              <a:buSzPts val="4500"/>
              <a:buNone/>
              <a:defRPr sz="4500"/>
            </a:lvl2pPr>
            <a:lvl3pPr lvl="2" algn="ctr">
              <a:lnSpc>
                <a:spcPct val="100000"/>
              </a:lnSpc>
              <a:spcBef>
                <a:spcPts val="0"/>
              </a:spcBef>
              <a:spcAft>
                <a:spcPts val="0"/>
              </a:spcAft>
              <a:buSzPts val="4500"/>
              <a:buNone/>
              <a:defRPr sz="4500"/>
            </a:lvl3pPr>
            <a:lvl4pPr lvl="3" algn="ctr">
              <a:lnSpc>
                <a:spcPct val="100000"/>
              </a:lnSpc>
              <a:spcBef>
                <a:spcPts val="0"/>
              </a:spcBef>
              <a:spcAft>
                <a:spcPts val="0"/>
              </a:spcAft>
              <a:buSzPts val="4500"/>
              <a:buNone/>
              <a:defRPr sz="4500"/>
            </a:lvl4pPr>
            <a:lvl5pPr lvl="4" algn="ctr">
              <a:lnSpc>
                <a:spcPct val="100000"/>
              </a:lnSpc>
              <a:spcBef>
                <a:spcPts val="0"/>
              </a:spcBef>
              <a:spcAft>
                <a:spcPts val="0"/>
              </a:spcAft>
              <a:buSzPts val="4500"/>
              <a:buNone/>
              <a:defRPr sz="4500"/>
            </a:lvl5pPr>
            <a:lvl6pPr lvl="5" algn="ctr">
              <a:lnSpc>
                <a:spcPct val="100000"/>
              </a:lnSpc>
              <a:spcBef>
                <a:spcPts val="0"/>
              </a:spcBef>
              <a:spcAft>
                <a:spcPts val="0"/>
              </a:spcAft>
              <a:buSzPts val="4500"/>
              <a:buNone/>
              <a:defRPr sz="4500"/>
            </a:lvl6pPr>
            <a:lvl7pPr lvl="6" algn="ctr">
              <a:lnSpc>
                <a:spcPct val="100000"/>
              </a:lnSpc>
              <a:spcBef>
                <a:spcPts val="0"/>
              </a:spcBef>
              <a:spcAft>
                <a:spcPts val="0"/>
              </a:spcAft>
              <a:buSzPts val="4500"/>
              <a:buNone/>
              <a:defRPr sz="4500"/>
            </a:lvl7pPr>
            <a:lvl8pPr lvl="7" algn="ctr">
              <a:lnSpc>
                <a:spcPct val="100000"/>
              </a:lnSpc>
              <a:spcBef>
                <a:spcPts val="0"/>
              </a:spcBef>
              <a:spcAft>
                <a:spcPts val="0"/>
              </a:spcAft>
              <a:buSzPts val="4500"/>
              <a:buNone/>
              <a:defRPr sz="4500"/>
            </a:lvl8pPr>
            <a:lvl9pPr lvl="8" algn="ctr">
              <a:lnSpc>
                <a:spcPct val="100000"/>
              </a:lnSpc>
              <a:spcBef>
                <a:spcPts val="0"/>
              </a:spcBef>
              <a:spcAft>
                <a:spcPts val="0"/>
              </a:spcAft>
              <a:buSzPts val="4500"/>
              <a:buNone/>
              <a:defRPr sz="4500"/>
            </a:lvl9pPr>
          </a:lstStyle>
          <a:p/>
        </p:txBody>
      </p:sp>
      <p:sp>
        <p:nvSpPr>
          <p:cNvPr id="30" name="Google Shape;30;p7"/>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5" name="Shape 35"/>
        <p:cNvGrpSpPr/>
        <p:nvPr/>
      </p:nvGrpSpPr>
      <p:grpSpPr>
        <a:xfrm>
          <a:off x="0" y="0"/>
          <a:ext cx="0" cy="0"/>
          <a:chOff x="0" y="0"/>
          <a:chExt cx="0" cy="0"/>
        </a:xfrm>
      </p:grpSpPr>
      <p:sp>
        <p:nvSpPr>
          <p:cNvPr id="36" name="Google Shape;36;p9"/>
          <p:cNvSpPr txBox="1"/>
          <p:nvPr>
            <p:ph type="ctrTitle"/>
          </p:nvPr>
        </p:nvSpPr>
        <p:spPr>
          <a:xfrm>
            <a:off x="498733" y="1191320"/>
            <a:ext cx="13632900" cy="3284100"/>
          </a:xfrm>
          <a:prstGeom prst="rect">
            <a:avLst/>
          </a:prstGeom>
        </p:spPr>
        <p:txBody>
          <a:bodyPr anchorCtr="0" anchor="b" bIns="146275" lIns="146275" spcFirstLastPara="1" rIns="146275" wrap="square" tIns="146275">
            <a:normAutofit/>
          </a:bodyPr>
          <a:lstStyle>
            <a:lvl1pPr lvl="0" algn="ctr">
              <a:spcBef>
                <a:spcPts val="0"/>
              </a:spcBef>
              <a:spcAft>
                <a:spcPts val="0"/>
              </a:spcAft>
              <a:buSzPts val="8300"/>
              <a:buNone/>
              <a:defRPr sz="8300"/>
            </a:lvl1pPr>
            <a:lvl2pPr lvl="1" algn="ctr">
              <a:spcBef>
                <a:spcPts val="0"/>
              </a:spcBef>
              <a:spcAft>
                <a:spcPts val="0"/>
              </a:spcAft>
              <a:buSzPts val="8300"/>
              <a:buNone/>
              <a:defRPr sz="8300"/>
            </a:lvl2pPr>
            <a:lvl3pPr lvl="2" algn="ctr">
              <a:spcBef>
                <a:spcPts val="0"/>
              </a:spcBef>
              <a:spcAft>
                <a:spcPts val="0"/>
              </a:spcAft>
              <a:buSzPts val="8300"/>
              <a:buNone/>
              <a:defRPr sz="8300"/>
            </a:lvl3pPr>
            <a:lvl4pPr lvl="3" algn="ctr">
              <a:spcBef>
                <a:spcPts val="0"/>
              </a:spcBef>
              <a:spcAft>
                <a:spcPts val="0"/>
              </a:spcAft>
              <a:buSzPts val="8300"/>
              <a:buNone/>
              <a:defRPr sz="8300"/>
            </a:lvl4pPr>
            <a:lvl5pPr lvl="4" algn="ctr">
              <a:spcBef>
                <a:spcPts val="0"/>
              </a:spcBef>
              <a:spcAft>
                <a:spcPts val="0"/>
              </a:spcAft>
              <a:buSzPts val="8300"/>
              <a:buNone/>
              <a:defRPr sz="8300"/>
            </a:lvl5pPr>
            <a:lvl6pPr lvl="5" algn="ctr">
              <a:spcBef>
                <a:spcPts val="0"/>
              </a:spcBef>
              <a:spcAft>
                <a:spcPts val="0"/>
              </a:spcAft>
              <a:buSzPts val="8300"/>
              <a:buNone/>
              <a:defRPr sz="8300"/>
            </a:lvl6pPr>
            <a:lvl7pPr lvl="6" algn="ctr">
              <a:spcBef>
                <a:spcPts val="0"/>
              </a:spcBef>
              <a:spcAft>
                <a:spcPts val="0"/>
              </a:spcAft>
              <a:buSzPts val="8300"/>
              <a:buNone/>
              <a:defRPr sz="8300"/>
            </a:lvl7pPr>
            <a:lvl8pPr lvl="7" algn="ctr">
              <a:spcBef>
                <a:spcPts val="0"/>
              </a:spcBef>
              <a:spcAft>
                <a:spcPts val="0"/>
              </a:spcAft>
              <a:buSzPts val="8300"/>
              <a:buNone/>
              <a:defRPr sz="8300"/>
            </a:lvl8pPr>
            <a:lvl9pPr lvl="8" algn="ctr">
              <a:spcBef>
                <a:spcPts val="0"/>
              </a:spcBef>
              <a:spcAft>
                <a:spcPts val="0"/>
              </a:spcAft>
              <a:buSzPts val="8300"/>
              <a:buNone/>
              <a:defRPr sz="8300"/>
            </a:lvl9pPr>
          </a:lstStyle>
          <a:p/>
        </p:txBody>
      </p:sp>
      <p:sp>
        <p:nvSpPr>
          <p:cNvPr id="37" name="Google Shape;37;p9"/>
          <p:cNvSpPr txBox="1"/>
          <p:nvPr>
            <p:ph idx="1" type="subTitle"/>
          </p:nvPr>
        </p:nvSpPr>
        <p:spPr>
          <a:xfrm>
            <a:off x="498720" y="4534600"/>
            <a:ext cx="13632900" cy="1268100"/>
          </a:xfrm>
          <a:prstGeom prst="rect">
            <a:avLst/>
          </a:prstGeom>
        </p:spPr>
        <p:txBody>
          <a:bodyPr anchorCtr="0" anchor="t" bIns="146275" lIns="146275" spcFirstLastPara="1" rIns="146275" wrap="square" tIns="146275">
            <a:normAutofit/>
          </a:bodyPr>
          <a:lstStyle>
            <a:lvl1pPr lvl="0" algn="ctr">
              <a:lnSpc>
                <a:spcPct val="100000"/>
              </a:lnSpc>
              <a:spcBef>
                <a:spcPts val="0"/>
              </a:spcBef>
              <a:spcAft>
                <a:spcPts val="0"/>
              </a:spcAft>
              <a:buSzPts val="4500"/>
              <a:buNone/>
              <a:defRPr sz="4500"/>
            </a:lvl1pPr>
            <a:lvl2pPr lvl="1" algn="ctr">
              <a:lnSpc>
                <a:spcPct val="100000"/>
              </a:lnSpc>
              <a:spcBef>
                <a:spcPts val="0"/>
              </a:spcBef>
              <a:spcAft>
                <a:spcPts val="0"/>
              </a:spcAft>
              <a:buSzPts val="4500"/>
              <a:buNone/>
              <a:defRPr sz="4500"/>
            </a:lvl2pPr>
            <a:lvl3pPr lvl="2" algn="ctr">
              <a:lnSpc>
                <a:spcPct val="100000"/>
              </a:lnSpc>
              <a:spcBef>
                <a:spcPts val="0"/>
              </a:spcBef>
              <a:spcAft>
                <a:spcPts val="0"/>
              </a:spcAft>
              <a:buSzPts val="4500"/>
              <a:buNone/>
              <a:defRPr sz="4500"/>
            </a:lvl3pPr>
            <a:lvl4pPr lvl="3" algn="ctr">
              <a:lnSpc>
                <a:spcPct val="100000"/>
              </a:lnSpc>
              <a:spcBef>
                <a:spcPts val="0"/>
              </a:spcBef>
              <a:spcAft>
                <a:spcPts val="0"/>
              </a:spcAft>
              <a:buSzPts val="4500"/>
              <a:buNone/>
              <a:defRPr sz="4500"/>
            </a:lvl4pPr>
            <a:lvl5pPr lvl="4" algn="ctr">
              <a:lnSpc>
                <a:spcPct val="100000"/>
              </a:lnSpc>
              <a:spcBef>
                <a:spcPts val="0"/>
              </a:spcBef>
              <a:spcAft>
                <a:spcPts val="0"/>
              </a:spcAft>
              <a:buSzPts val="4500"/>
              <a:buNone/>
              <a:defRPr sz="4500"/>
            </a:lvl5pPr>
            <a:lvl6pPr lvl="5" algn="ctr">
              <a:lnSpc>
                <a:spcPct val="100000"/>
              </a:lnSpc>
              <a:spcBef>
                <a:spcPts val="0"/>
              </a:spcBef>
              <a:spcAft>
                <a:spcPts val="0"/>
              </a:spcAft>
              <a:buSzPts val="4500"/>
              <a:buNone/>
              <a:defRPr sz="4500"/>
            </a:lvl6pPr>
            <a:lvl7pPr lvl="6" algn="ctr">
              <a:lnSpc>
                <a:spcPct val="100000"/>
              </a:lnSpc>
              <a:spcBef>
                <a:spcPts val="0"/>
              </a:spcBef>
              <a:spcAft>
                <a:spcPts val="0"/>
              </a:spcAft>
              <a:buSzPts val="4500"/>
              <a:buNone/>
              <a:defRPr sz="4500"/>
            </a:lvl7pPr>
            <a:lvl8pPr lvl="7" algn="ctr">
              <a:lnSpc>
                <a:spcPct val="100000"/>
              </a:lnSpc>
              <a:spcBef>
                <a:spcPts val="0"/>
              </a:spcBef>
              <a:spcAft>
                <a:spcPts val="0"/>
              </a:spcAft>
              <a:buSzPts val="4500"/>
              <a:buNone/>
              <a:defRPr sz="4500"/>
            </a:lvl8pPr>
            <a:lvl9pPr lvl="8" algn="ctr">
              <a:lnSpc>
                <a:spcPct val="100000"/>
              </a:lnSpc>
              <a:spcBef>
                <a:spcPts val="0"/>
              </a:spcBef>
              <a:spcAft>
                <a:spcPts val="0"/>
              </a:spcAft>
              <a:buSzPts val="4500"/>
              <a:buNone/>
              <a:defRPr sz="4500"/>
            </a:lvl9pPr>
          </a:lstStyle>
          <a:p/>
        </p:txBody>
      </p:sp>
      <p:sp>
        <p:nvSpPr>
          <p:cNvPr id="38" name="Google Shape;38;p9"/>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10"/>
          <p:cNvSpPr txBox="1"/>
          <p:nvPr>
            <p:ph type="title"/>
          </p:nvPr>
        </p:nvSpPr>
        <p:spPr>
          <a:xfrm>
            <a:off x="498720" y="3441360"/>
            <a:ext cx="13632900" cy="1347000"/>
          </a:xfrm>
          <a:prstGeom prst="rect">
            <a:avLst/>
          </a:prstGeom>
        </p:spPr>
        <p:txBody>
          <a:bodyPr anchorCtr="0" anchor="ctr" bIns="146275" lIns="146275" spcFirstLastPara="1" rIns="146275" wrap="square" tIns="146275">
            <a:normAutofit/>
          </a:bodyPr>
          <a:lstStyle>
            <a:lvl1pPr lvl="0" algn="ctr">
              <a:spcBef>
                <a:spcPts val="0"/>
              </a:spcBef>
              <a:spcAft>
                <a:spcPts val="0"/>
              </a:spcAft>
              <a:buSzPts val="5800"/>
              <a:buNone/>
              <a:defRPr sz="5800"/>
            </a:lvl1pPr>
            <a:lvl2pPr lvl="1" algn="ctr">
              <a:spcBef>
                <a:spcPts val="0"/>
              </a:spcBef>
              <a:spcAft>
                <a:spcPts val="0"/>
              </a:spcAft>
              <a:buSzPts val="5800"/>
              <a:buNone/>
              <a:defRPr sz="5800"/>
            </a:lvl2pPr>
            <a:lvl3pPr lvl="2" algn="ctr">
              <a:spcBef>
                <a:spcPts val="0"/>
              </a:spcBef>
              <a:spcAft>
                <a:spcPts val="0"/>
              </a:spcAft>
              <a:buSzPts val="5800"/>
              <a:buNone/>
              <a:defRPr sz="5800"/>
            </a:lvl3pPr>
            <a:lvl4pPr lvl="3" algn="ctr">
              <a:spcBef>
                <a:spcPts val="0"/>
              </a:spcBef>
              <a:spcAft>
                <a:spcPts val="0"/>
              </a:spcAft>
              <a:buSzPts val="5800"/>
              <a:buNone/>
              <a:defRPr sz="5800"/>
            </a:lvl4pPr>
            <a:lvl5pPr lvl="4" algn="ctr">
              <a:spcBef>
                <a:spcPts val="0"/>
              </a:spcBef>
              <a:spcAft>
                <a:spcPts val="0"/>
              </a:spcAft>
              <a:buSzPts val="5800"/>
              <a:buNone/>
              <a:defRPr sz="5800"/>
            </a:lvl5pPr>
            <a:lvl6pPr lvl="5" algn="ctr">
              <a:spcBef>
                <a:spcPts val="0"/>
              </a:spcBef>
              <a:spcAft>
                <a:spcPts val="0"/>
              </a:spcAft>
              <a:buSzPts val="5800"/>
              <a:buNone/>
              <a:defRPr sz="5800"/>
            </a:lvl6pPr>
            <a:lvl7pPr lvl="6" algn="ctr">
              <a:spcBef>
                <a:spcPts val="0"/>
              </a:spcBef>
              <a:spcAft>
                <a:spcPts val="0"/>
              </a:spcAft>
              <a:buSzPts val="5800"/>
              <a:buNone/>
              <a:defRPr sz="5800"/>
            </a:lvl7pPr>
            <a:lvl8pPr lvl="7" algn="ctr">
              <a:spcBef>
                <a:spcPts val="0"/>
              </a:spcBef>
              <a:spcAft>
                <a:spcPts val="0"/>
              </a:spcAft>
              <a:buSzPts val="5800"/>
              <a:buNone/>
              <a:defRPr sz="5800"/>
            </a:lvl8pPr>
            <a:lvl9pPr lvl="8" algn="ctr">
              <a:spcBef>
                <a:spcPts val="0"/>
              </a:spcBef>
              <a:spcAft>
                <a:spcPts val="0"/>
              </a:spcAft>
              <a:buSzPts val="5800"/>
              <a:buNone/>
              <a:defRPr sz="5800"/>
            </a:lvl9pPr>
          </a:lstStyle>
          <a:p/>
        </p:txBody>
      </p:sp>
      <p:sp>
        <p:nvSpPr>
          <p:cNvPr id="41" name="Google Shape;41;p10"/>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2" name="Shape 42"/>
        <p:cNvGrpSpPr/>
        <p:nvPr/>
      </p:nvGrpSpPr>
      <p:grpSpPr>
        <a:xfrm>
          <a:off x="0" y="0"/>
          <a:ext cx="0" cy="0"/>
          <a:chOff x="0" y="0"/>
          <a:chExt cx="0" cy="0"/>
        </a:xfrm>
      </p:grpSpPr>
      <p:sp>
        <p:nvSpPr>
          <p:cNvPr id="43" name="Google Shape;43;p11"/>
          <p:cNvSpPr txBox="1"/>
          <p:nvPr>
            <p:ph type="title"/>
          </p:nvPr>
        </p:nvSpPr>
        <p:spPr>
          <a:xfrm>
            <a:off x="498720" y="712040"/>
            <a:ext cx="13632900" cy="916200"/>
          </a:xfrm>
          <a:prstGeom prst="rect">
            <a:avLst/>
          </a:prstGeom>
        </p:spPr>
        <p:txBody>
          <a:bodyPr anchorCtr="0" anchor="t" bIns="146275" lIns="146275" spcFirstLastPara="1" rIns="146275" wrap="square" tIns="146275">
            <a:normAutofit/>
          </a:bodyPr>
          <a:lstStyle>
            <a:lvl1pPr lvl="0">
              <a:spcBef>
                <a:spcPts val="0"/>
              </a:spcBef>
              <a:spcAft>
                <a:spcPts val="0"/>
              </a:spcAft>
              <a:buSzPts val="4500"/>
              <a:buNone/>
              <a:defRPr/>
            </a:lvl1pPr>
            <a:lvl2pPr lvl="1">
              <a:spcBef>
                <a:spcPts val="0"/>
              </a:spcBef>
              <a:spcAft>
                <a:spcPts val="0"/>
              </a:spcAft>
              <a:buSzPts val="4500"/>
              <a:buNone/>
              <a:defRPr/>
            </a:lvl2pPr>
            <a:lvl3pPr lvl="2">
              <a:spcBef>
                <a:spcPts val="0"/>
              </a:spcBef>
              <a:spcAft>
                <a:spcPts val="0"/>
              </a:spcAft>
              <a:buSzPts val="4500"/>
              <a:buNone/>
              <a:defRPr/>
            </a:lvl3pPr>
            <a:lvl4pPr lvl="3">
              <a:spcBef>
                <a:spcPts val="0"/>
              </a:spcBef>
              <a:spcAft>
                <a:spcPts val="0"/>
              </a:spcAft>
              <a:buSzPts val="4500"/>
              <a:buNone/>
              <a:defRPr/>
            </a:lvl4pPr>
            <a:lvl5pPr lvl="4">
              <a:spcBef>
                <a:spcPts val="0"/>
              </a:spcBef>
              <a:spcAft>
                <a:spcPts val="0"/>
              </a:spcAft>
              <a:buSzPts val="4500"/>
              <a:buNone/>
              <a:defRPr/>
            </a:lvl5pPr>
            <a:lvl6pPr lvl="5">
              <a:spcBef>
                <a:spcPts val="0"/>
              </a:spcBef>
              <a:spcAft>
                <a:spcPts val="0"/>
              </a:spcAft>
              <a:buSzPts val="4500"/>
              <a:buNone/>
              <a:defRPr/>
            </a:lvl6pPr>
            <a:lvl7pPr lvl="6">
              <a:spcBef>
                <a:spcPts val="0"/>
              </a:spcBef>
              <a:spcAft>
                <a:spcPts val="0"/>
              </a:spcAft>
              <a:buSzPts val="4500"/>
              <a:buNone/>
              <a:defRPr/>
            </a:lvl7pPr>
            <a:lvl8pPr lvl="7">
              <a:spcBef>
                <a:spcPts val="0"/>
              </a:spcBef>
              <a:spcAft>
                <a:spcPts val="0"/>
              </a:spcAft>
              <a:buSzPts val="4500"/>
              <a:buNone/>
              <a:defRPr/>
            </a:lvl8pPr>
            <a:lvl9pPr lvl="8">
              <a:spcBef>
                <a:spcPts val="0"/>
              </a:spcBef>
              <a:spcAft>
                <a:spcPts val="0"/>
              </a:spcAft>
              <a:buSzPts val="4500"/>
              <a:buNone/>
              <a:defRPr/>
            </a:lvl9pPr>
          </a:lstStyle>
          <a:p/>
        </p:txBody>
      </p:sp>
      <p:sp>
        <p:nvSpPr>
          <p:cNvPr id="44" name="Google Shape;44;p11"/>
          <p:cNvSpPr txBox="1"/>
          <p:nvPr>
            <p:ph idx="1" type="body"/>
          </p:nvPr>
        </p:nvSpPr>
        <p:spPr>
          <a:xfrm>
            <a:off x="498720" y="1843960"/>
            <a:ext cx="13632900" cy="5466300"/>
          </a:xfrm>
          <a:prstGeom prst="rect">
            <a:avLst/>
          </a:prstGeom>
        </p:spPr>
        <p:txBody>
          <a:bodyPr anchorCtr="0" anchor="t" bIns="146275" lIns="146275" spcFirstLastPara="1" rIns="146275" wrap="square" tIns="146275">
            <a:normAutofit/>
          </a:bodyPr>
          <a:lstStyle>
            <a:lvl1pPr indent="-412750" lvl="0" marL="457200">
              <a:spcBef>
                <a:spcPts val="0"/>
              </a:spcBef>
              <a:spcAft>
                <a:spcPts val="0"/>
              </a:spcAft>
              <a:buSzPts val="2900"/>
              <a:buChar char="●"/>
              <a:defRPr/>
            </a:lvl1pPr>
            <a:lvl2pPr indent="-368300" lvl="1" marL="914400">
              <a:spcBef>
                <a:spcPts val="0"/>
              </a:spcBef>
              <a:spcAft>
                <a:spcPts val="0"/>
              </a:spcAft>
              <a:buSzPts val="2200"/>
              <a:buChar char="○"/>
              <a:defRPr/>
            </a:lvl2pPr>
            <a:lvl3pPr indent="-368300" lvl="2" marL="1371600">
              <a:spcBef>
                <a:spcPts val="0"/>
              </a:spcBef>
              <a:spcAft>
                <a:spcPts val="0"/>
              </a:spcAft>
              <a:buSzPts val="2200"/>
              <a:buChar char="■"/>
              <a:defRPr/>
            </a:lvl3pPr>
            <a:lvl4pPr indent="-368300" lvl="3" marL="1828800">
              <a:spcBef>
                <a:spcPts val="0"/>
              </a:spcBef>
              <a:spcAft>
                <a:spcPts val="0"/>
              </a:spcAft>
              <a:buSzPts val="2200"/>
              <a:buChar char="●"/>
              <a:defRPr/>
            </a:lvl4pPr>
            <a:lvl5pPr indent="-368300" lvl="4" marL="2286000">
              <a:spcBef>
                <a:spcPts val="0"/>
              </a:spcBef>
              <a:spcAft>
                <a:spcPts val="0"/>
              </a:spcAft>
              <a:buSzPts val="2200"/>
              <a:buChar char="○"/>
              <a:defRPr/>
            </a:lvl5pPr>
            <a:lvl6pPr indent="-368300" lvl="5" marL="2743200">
              <a:spcBef>
                <a:spcPts val="0"/>
              </a:spcBef>
              <a:spcAft>
                <a:spcPts val="0"/>
              </a:spcAft>
              <a:buSzPts val="2200"/>
              <a:buChar char="■"/>
              <a:defRPr/>
            </a:lvl6pPr>
            <a:lvl7pPr indent="-368300" lvl="6" marL="3200400">
              <a:spcBef>
                <a:spcPts val="0"/>
              </a:spcBef>
              <a:spcAft>
                <a:spcPts val="0"/>
              </a:spcAft>
              <a:buSzPts val="2200"/>
              <a:buChar char="●"/>
              <a:defRPr/>
            </a:lvl7pPr>
            <a:lvl8pPr indent="-368300" lvl="7" marL="3657600">
              <a:spcBef>
                <a:spcPts val="0"/>
              </a:spcBef>
              <a:spcAft>
                <a:spcPts val="0"/>
              </a:spcAft>
              <a:buSzPts val="2200"/>
              <a:buChar char="○"/>
              <a:defRPr/>
            </a:lvl8pPr>
            <a:lvl9pPr indent="-368300" lvl="8" marL="4114800">
              <a:spcBef>
                <a:spcPts val="0"/>
              </a:spcBef>
              <a:spcAft>
                <a:spcPts val="0"/>
              </a:spcAft>
              <a:buSzPts val="2200"/>
              <a:buChar char="■"/>
              <a:defRPr/>
            </a:lvl9pPr>
          </a:lstStyle>
          <a:p/>
        </p:txBody>
      </p:sp>
      <p:sp>
        <p:nvSpPr>
          <p:cNvPr id="45" name="Google Shape;45;p11"/>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6" name="Shape 46"/>
        <p:cNvGrpSpPr/>
        <p:nvPr/>
      </p:nvGrpSpPr>
      <p:grpSpPr>
        <a:xfrm>
          <a:off x="0" y="0"/>
          <a:ext cx="0" cy="0"/>
          <a:chOff x="0" y="0"/>
          <a:chExt cx="0" cy="0"/>
        </a:xfrm>
      </p:grpSpPr>
      <p:sp>
        <p:nvSpPr>
          <p:cNvPr id="47" name="Google Shape;47;p12"/>
          <p:cNvSpPr txBox="1"/>
          <p:nvPr>
            <p:ph type="title"/>
          </p:nvPr>
        </p:nvSpPr>
        <p:spPr>
          <a:xfrm>
            <a:off x="498720" y="712040"/>
            <a:ext cx="13632900" cy="916200"/>
          </a:xfrm>
          <a:prstGeom prst="rect">
            <a:avLst/>
          </a:prstGeom>
        </p:spPr>
        <p:txBody>
          <a:bodyPr anchorCtr="0" anchor="t" bIns="146275" lIns="146275" spcFirstLastPara="1" rIns="146275" wrap="square" tIns="146275">
            <a:normAutofit/>
          </a:bodyPr>
          <a:lstStyle>
            <a:lvl1pPr lvl="0">
              <a:spcBef>
                <a:spcPts val="0"/>
              </a:spcBef>
              <a:spcAft>
                <a:spcPts val="0"/>
              </a:spcAft>
              <a:buSzPts val="4500"/>
              <a:buNone/>
              <a:defRPr/>
            </a:lvl1pPr>
            <a:lvl2pPr lvl="1">
              <a:spcBef>
                <a:spcPts val="0"/>
              </a:spcBef>
              <a:spcAft>
                <a:spcPts val="0"/>
              </a:spcAft>
              <a:buSzPts val="4500"/>
              <a:buNone/>
              <a:defRPr/>
            </a:lvl2pPr>
            <a:lvl3pPr lvl="2">
              <a:spcBef>
                <a:spcPts val="0"/>
              </a:spcBef>
              <a:spcAft>
                <a:spcPts val="0"/>
              </a:spcAft>
              <a:buSzPts val="4500"/>
              <a:buNone/>
              <a:defRPr/>
            </a:lvl3pPr>
            <a:lvl4pPr lvl="3">
              <a:spcBef>
                <a:spcPts val="0"/>
              </a:spcBef>
              <a:spcAft>
                <a:spcPts val="0"/>
              </a:spcAft>
              <a:buSzPts val="4500"/>
              <a:buNone/>
              <a:defRPr/>
            </a:lvl4pPr>
            <a:lvl5pPr lvl="4">
              <a:spcBef>
                <a:spcPts val="0"/>
              </a:spcBef>
              <a:spcAft>
                <a:spcPts val="0"/>
              </a:spcAft>
              <a:buSzPts val="4500"/>
              <a:buNone/>
              <a:defRPr/>
            </a:lvl5pPr>
            <a:lvl6pPr lvl="5">
              <a:spcBef>
                <a:spcPts val="0"/>
              </a:spcBef>
              <a:spcAft>
                <a:spcPts val="0"/>
              </a:spcAft>
              <a:buSzPts val="4500"/>
              <a:buNone/>
              <a:defRPr/>
            </a:lvl6pPr>
            <a:lvl7pPr lvl="6">
              <a:spcBef>
                <a:spcPts val="0"/>
              </a:spcBef>
              <a:spcAft>
                <a:spcPts val="0"/>
              </a:spcAft>
              <a:buSzPts val="4500"/>
              <a:buNone/>
              <a:defRPr/>
            </a:lvl7pPr>
            <a:lvl8pPr lvl="7">
              <a:spcBef>
                <a:spcPts val="0"/>
              </a:spcBef>
              <a:spcAft>
                <a:spcPts val="0"/>
              </a:spcAft>
              <a:buSzPts val="4500"/>
              <a:buNone/>
              <a:defRPr/>
            </a:lvl8pPr>
            <a:lvl9pPr lvl="8">
              <a:spcBef>
                <a:spcPts val="0"/>
              </a:spcBef>
              <a:spcAft>
                <a:spcPts val="0"/>
              </a:spcAft>
              <a:buSzPts val="4500"/>
              <a:buNone/>
              <a:defRPr/>
            </a:lvl9pPr>
          </a:lstStyle>
          <a:p/>
        </p:txBody>
      </p:sp>
      <p:sp>
        <p:nvSpPr>
          <p:cNvPr id="48" name="Google Shape;48;p12"/>
          <p:cNvSpPr txBox="1"/>
          <p:nvPr>
            <p:ph idx="1" type="body"/>
          </p:nvPr>
        </p:nvSpPr>
        <p:spPr>
          <a:xfrm>
            <a:off x="498720" y="1843960"/>
            <a:ext cx="6399900" cy="5466300"/>
          </a:xfrm>
          <a:prstGeom prst="rect">
            <a:avLst/>
          </a:prstGeom>
        </p:spPr>
        <p:txBody>
          <a:bodyPr anchorCtr="0" anchor="t" bIns="146275" lIns="146275" spcFirstLastPara="1" rIns="146275" wrap="square" tIns="146275">
            <a:normAutofit/>
          </a:bodyPr>
          <a:lstStyle>
            <a:lvl1pPr indent="-368300" lvl="0" marL="457200">
              <a:spcBef>
                <a:spcPts val="0"/>
              </a:spcBef>
              <a:spcAft>
                <a:spcPts val="0"/>
              </a:spcAft>
              <a:buSzPts val="2200"/>
              <a:buChar char="●"/>
              <a:defRPr sz="2200"/>
            </a:lvl1pPr>
            <a:lvl2pPr indent="-349250" lvl="1" marL="914400">
              <a:spcBef>
                <a:spcPts val="0"/>
              </a:spcBef>
              <a:spcAft>
                <a:spcPts val="0"/>
              </a:spcAft>
              <a:buSzPts val="1900"/>
              <a:buChar char="○"/>
              <a:defRPr sz="1900"/>
            </a:lvl2pPr>
            <a:lvl3pPr indent="-349250" lvl="2" marL="1371600">
              <a:spcBef>
                <a:spcPts val="0"/>
              </a:spcBef>
              <a:spcAft>
                <a:spcPts val="0"/>
              </a:spcAft>
              <a:buSzPts val="1900"/>
              <a:buChar char="■"/>
              <a:defRPr sz="1900"/>
            </a:lvl3pPr>
            <a:lvl4pPr indent="-349250" lvl="3" marL="1828800">
              <a:spcBef>
                <a:spcPts val="0"/>
              </a:spcBef>
              <a:spcAft>
                <a:spcPts val="0"/>
              </a:spcAft>
              <a:buSzPts val="1900"/>
              <a:buChar char="●"/>
              <a:defRPr sz="1900"/>
            </a:lvl4pPr>
            <a:lvl5pPr indent="-349250" lvl="4" marL="2286000">
              <a:spcBef>
                <a:spcPts val="0"/>
              </a:spcBef>
              <a:spcAft>
                <a:spcPts val="0"/>
              </a:spcAft>
              <a:buSzPts val="1900"/>
              <a:buChar char="○"/>
              <a:defRPr sz="1900"/>
            </a:lvl5pPr>
            <a:lvl6pPr indent="-349250" lvl="5" marL="2743200">
              <a:spcBef>
                <a:spcPts val="0"/>
              </a:spcBef>
              <a:spcAft>
                <a:spcPts val="0"/>
              </a:spcAft>
              <a:buSzPts val="1900"/>
              <a:buChar char="■"/>
              <a:defRPr sz="1900"/>
            </a:lvl6pPr>
            <a:lvl7pPr indent="-349250" lvl="6" marL="3200400">
              <a:spcBef>
                <a:spcPts val="0"/>
              </a:spcBef>
              <a:spcAft>
                <a:spcPts val="0"/>
              </a:spcAft>
              <a:buSzPts val="1900"/>
              <a:buChar char="●"/>
              <a:defRPr sz="1900"/>
            </a:lvl7pPr>
            <a:lvl8pPr indent="-349250" lvl="7" marL="3657600">
              <a:spcBef>
                <a:spcPts val="0"/>
              </a:spcBef>
              <a:spcAft>
                <a:spcPts val="0"/>
              </a:spcAft>
              <a:buSzPts val="1900"/>
              <a:buChar char="○"/>
              <a:defRPr sz="1900"/>
            </a:lvl8pPr>
            <a:lvl9pPr indent="-349250" lvl="8" marL="4114800">
              <a:spcBef>
                <a:spcPts val="0"/>
              </a:spcBef>
              <a:spcAft>
                <a:spcPts val="0"/>
              </a:spcAft>
              <a:buSzPts val="1900"/>
              <a:buChar char="■"/>
              <a:defRPr sz="1900"/>
            </a:lvl9pPr>
          </a:lstStyle>
          <a:p/>
        </p:txBody>
      </p:sp>
      <p:sp>
        <p:nvSpPr>
          <p:cNvPr id="49" name="Google Shape;49;p12"/>
          <p:cNvSpPr txBox="1"/>
          <p:nvPr>
            <p:ph idx="2" type="body"/>
          </p:nvPr>
        </p:nvSpPr>
        <p:spPr>
          <a:xfrm>
            <a:off x="7731840" y="1843960"/>
            <a:ext cx="6399900" cy="5466300"/>
          </a:xfrm>
          <a:prstGeom prst="rect">
            <a:avLst/>
          </a:prstGeom>
        </p:spPr>
        <p:txBody>
          <a:bodyPr anchorCtr="0" anchor="t" bIns="146275" lIns="146275" spcFirstLastPara="1" rIns="146275" wrap="square" tIns="146275">
            <a:normAutofit/>
          </a:bodyPr>
          <a:lstStyle>
            <a:lvl1pPr indent="-368300" lvl="0" marL="457200">
              <a:spcBef>
                <a:spcPts val="0"/>
              </a:spcBef>
              <a:spcAft>
                <a:spcPts val="0"/>
              </a:spcAft>
              <a:buSzPts val="2200"/>
              <a:buChar char="●"/>
              <a:defRPr sz="2200"/>
            </a:lvl1pPr>
            <a:lvl2pPr indent="-349250" lvl="1" marL="914400">
              <a:spcBef>
                <a:spcPts val="0"/>
              </a:spcBef>
              <a:spcAft>
                <a:spcPts val="0"/>
              </a:spcAft>
              <a:buSzPts val="1900"/>
              <a:buChar char="○"/>
              <a:defRPr sz="1900"/>
            </a:lvl2pPr>
            <a:lvl3pPr indent="-349250" lvl="2" marL="1371600">
              <a:spcBef>
                <a:spcPts val="0"/>
              </a:spcBef>
              <a:spcAft>
                <a:spcPts val="0"/>
              </a:spcAft>
              <a:buSzPts val="1900"/>
              <a:buChar char="■"/>
              <a:defRPr sz="1900"/>
            </a:lvl3pPr>
            <a:lvl4pPr indent="-349250" lvl="3" marL="1828800">
              <a:spcBef>
                <a:spcPts val="0"/>
              </a:spcBef>
              <a:spcAft>
                <a:spcPts val="0"/>
              </a:spcAft>
              <a:buSzPts val="1900"/>
              <a:buChar char="●"/>
              <a:defRPr sz="1900"/>
            </a:lvl4pPr>
            <a:lvl5pPr indent="-349250" lvl="4" marL="2286000">
              <a:spcBef>
                <a:spcPts val="0"/>
              </a:spcBef>
              <a:spcAft>
                <a:spcPts val="0"/>
              </a:spcAft>
              <a:buSzPts val="1900"/>
              <a:buChar char="○"/>
              <a:defRPr sz="1900"/>
            </a:lvl5pPr>
            <a:lvl6pPr indent="-349250" lvl="5" marL="2743200">
              <a:spcBef>
                <a:spcPts val="0"/>
              </a:spcBef>
              <a:spcAft>
                <a:spcPts val="0"/>
              </a:spcAft>
              <a:buSzPts val="1900"/>
              <a:buChar char="■"/>
              <a:defRPr sz="1900"/>
            </a:lvl6pPr>
            <a:lvl7pPr indent="-349250" lvl="6" marL="3200400">
              <a:spcBef>
                <a:spcPts val="0"/>
              </a:spcBef>
              <a:spcAft>
                <a:spcPts val="0"/>
              </a:spcAft>
              <a:buSzPts val="1900"/>
              <a:buChar char="●"/>
              <a:defRPr sz="1900"/>
            </a:lvl7pPr>
            <a:lvl8pPr indent="-349250" lvl="7" marL="3657600">
              <a:spcBef>
                <a:spcPts val="0"/>
              </a:spcBef>
              <a:spcAft>
                <a:spcPts val="0"/>
              </a:spcAft>
              <a:buSzPts val="1900"/>
              <a:buChar char="○"/>
              <a:defRPr sz="1900"/>
            </a:lvl8pPr>
            <a:lvl9pPr indent="-349250" lvl="8" marL="4114800">
              <a:spcBef>
                <a:spcPts val="0"/>
              </a:spcBef>
              <a:spcAft>
                <a:spcPts val="0"/>
              </a:spcAft>
              <a:buSzPts val="1900"/>
              <a:buChar char="■"/>
              <a:defRPr sz="1900"/>
            </a:lvl9pPr>
          </a:lstStyle>
          <a:p/>
        </p:txBody>
      </p:sp>
      <p:sp>
        <p:nvSpPr>
          <p:cNvPr id="50" name="Google Shape;50;p12"/>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13"/>
          <p:cNvSpPr txBox="1"/>
          <p:nvPr>
            <p:ph type="title"/>
          </p:nvPr>
        </p:nvSpPr>
        <p:spPr>
          <a:xfrm>
            <a:off x="498720" y="712040"/>
            <a:ext cx="13632900" cy="916200"/>
          </a:xfrm>
          <a:prstGeom prst="rect">
            <a:avLst/>
          </a:prstGeom>
        </p:spPr>
        <p:txBody>
          <a:bodyPr anchorCtr="0" anchor="t" bIns="146275" lIns="146275" spcFirstLastPara="1" rIns="146275" wrap="square" tIns="146275">
            <a:normAutofit/>
          </a:bodyPr>
          <a:lstStyle>
            <a:lvl1pPr lvl="0">
              <a:spcBef>
                <a:spcPts val="0"/>
              </a:spcBef>
              <a:spcAft>
                <a:spcPts val="0"/>
              </a:spcAft>
              <a:buSzPts val="4500"/>
              <a:buNone/>
              <a:defRPr/>
            </a:lvl1pPr>
            <a:lvl2pPr lvl="1">
              <a:spcBef>
                <a:spcPts val="0"/>
              </a:spcBef>
              <a:spcAft>
                <a:spcPts val="0"/>
              </a:spcAft>
              <a:buSzPts val="4500"/>
              <a:buNone/>
              <a:defRPr/>
            </a:lvl2pPr>
            <a:lvl3pPr lvl="2">
              <a:spcBef>
                <a:spcPts val="0"/>
              </a:spcBef>
              <a:spcAft>
                <a:spcPts val="0"/>
              </a:spcAft>
              <a:buSzPts val="4500"/>
              <a:buNone/>
              <a:defRPr/>
            </a:lvl3pPr>
            <a:lvl4pPr lvl="3">
              <a:spcBef>
                <a:spcPts val="0"/>
              </a:spcBef>
              <a:spcAft>
                <a:spcPts val="0"/>
              </a:spcAft>
              <a:buSzPts val="4500"/>
              <a:buNone/>
              <a:defRPr/>
            </a:lvl4pPr>
            <a:lvl5pPr lvl="4">
              <a:spcBef>
                <a:spcPts val="0"/>
              </a:spcBef>
              <a:spcAft>
                <a:spcPts val="0"/>
              </a:spcAft>
              <a:buSzPts val="4500"/>
              <a:buNone/>
              <a:defRPr/>
            </a:lvl5pPr>
            <a:lvl6pPr lvl="5">
              <a:spcBef>
                <a:spcPts val="0"/>
              </a:spcBef>
              <a:spcAft>
                <a:spcPts val="0"/>
              </a:spcAft>
              <a:buSzPts val="4500"/>
              <a:buNone/>
              <a:defRPr/>
            </a:lvl6pPr>
            <a:lvl7pPr lvl="6">
              <a:spcBef>
                <a:spcPts val="0"/>
              </a:spcBef>
              <a:spcAft>
                <a:spcPts val="0"/>
              </a:spcAft>
              <a:buSzPts val="4500"/>
              <a:buNone/>
              <a:defRPr/>
            </a:lvl7pPr>
            <a:lvl8pPr lvl="7">
              <a:spcBef>
                <a:spcPts val="0"/>
              </a:spcBef>
              <a:spcAft>
                <a:spcPts val="0"/>
              </a:spcAft>
              <a:buSzPts val="4500"/>
              <a:buNone/>
              <a:defRPr/>
            </a:lvl8pPr>
            <a:lvl9pPr lvl="8">
              <a:spcBef>
                <a:spcPts val="0"/>
              </a:spcBef>
              <a:spcAft>
                <a:spcPts val="0"/>
              </a:spcAft>
              <a:buSzPts val="4500"/>
              <a:buNone/>
              <a:defRPr/>
            </a:lvl9pPr>
          </a:lstStyle>
          <a:p/>
        </p:txBody>
      </p:sp>
      <p:sp>
        <p:nvSpPr>
          <p:cNvPr id="53" name="Google Shape;53;p13"/>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4" name="Shape 54"/>
        <p:cNvGrpSpPr/>
        <p:nvPr/>
      </p:nvGrpSpPr>
      <p:grpSpPr>
        <a:xfrm>
          <a:off x="0" y="0"/>
          <a:ext cx="0" cy="0"/>
          <a:chOff x="0" y="0"/>
          <a:chExt cx="0" cy="0"/>
        </a:xfrm>
      </p:grpSpPr>
      <p:sp>
        <p:nvSpPr>
          <p:cNvPr id="55" name="Google Shape;55;p14"/>
          <p:cNvSpPr txBox="1"/>
          <p:nvPr>
            <p:ph type="title"/>
          </p:nvPr>
        </p:nvSpPr>
        <p:spPr>
          <a:xfrm>
            <a:off x="498720" y="888960"/>
            <a:ext cx="4492800" cy="1209000"/>
          </a:xfrm>
          <a:prstGeom prst="rect">
            <a:avLst/>
          </a:prstGeom>
        </p:spPr>
        <p:txBody>
          <a:bodyPr anchorCtr="0" anchor="b" bIns="146275" lIns="146275" spcFirstLastPara="1" rIns="146275" wrap="square" tIns="146275">
            <a:normAutofit/>
          </a:bodyPr>
          <a:lstStyle>
            <a:lvl1pPr lvl="0">
              <a:spcBef>
                <a:spcPts val="0"/>
              </a:spcBef>
              <a:spcAft>
                <a:spcPts val="0"/>
              </a:spcAft>
              <a:buSzPts val="3800"/>
              <a:buNone/>
              <a:defRPr sz="3800"/>
            </a:lvl1pPr>
            <a:lvl2pPr lvl="1">
              <a:spcBef>
                <a:spcPts val="0"/>
              </a:spcBef>
              <a:spcAft>
                <a:spcPts val="0"/>
              </a:spcAft>
              <a:buSzPts val="3800"/>
              <a:buNone/>
              <a:defRPr sz="3800"/>
            </a:lvl2pPr>
            <a:lvl3pPr lvl="2">
              <a:spcBef>
                <a:spcPts val="0"/>
              </a:spcBef>
              <a:spcAft>
                <a:spcPts val="0"/>
              </a:spcAft>
              <a:buSzPts val="3800"/>
              <a:buNone/>
              <a:defRPr sz="3800"/>
            </a:lvl3pPr>
            <a:lvl4pPr lvl="3">
              <a:spcBef>
                <a:spcPts val="0"/>
              </a:spcBef>
              <a:spcAft>
                <a:spcPts val="0"/>
              </a:spcAft>
              <a:buSzPts val="3800"/>
              <a:buNone/>
              <a:defRPr sz="3800"/>
            </a:lvl4pPr>
            <a:lvl5pPr lvl="4">
              <a:spcBef>
                <a:spcPts val="0"/>
              </a:spcBef>
              <a:spcAft>
                <a:spcPts val="0"/>
              </a:spcAft>
              <a:buSzPts val="3800"/>
              <a:buNone/>
              <a:defRPr sz="3800"/>
            </a:lvl5pPr>
            <a:lvl6pPr lvl="5">
              <a:spcBef>
                <a:spcPts val="0"/>
              </a:spcBef>
              <a:spcAft>
                <a:spcPts val="0"/>
              </a:spcAft>
              <a:buSzPts val="3800"/>
              <a:buNone/>
              <a:defRPr sz="3800"/>
            </a:lvl6pPr>
            <a:lvl7pPr lvl="6">
              <a:spcBef>
                <a:spcPts val="0"/>
              </a:spcBef>
              <a:spcAft>
                <a:spcPts val="0"/>
              </a:spcAft>
              <a:buSzPts val="3800"/>
              <a:buNone/>
              <a:defRPr sz="3800"/>
            </a:lvl7pPr>
            <a:lvl8pPr lvl="7">
              <a:spcBef>
                <a:spcPts val="0"/>
              </a:spcBef>
              <a:spcAft>
                <a:spcPts val="0"/>
              </a:spcAft>
              <a:buSzPts val="3800"/>
              <a:buNone/>
              <a:defRPr sz="3800"/>
            </a:lvl8pPr>
            <a:lvl9pPr lvl="8">
              <a:spcBef>
                <a:spcPts val="0"/>
              </a:spcBef>
              <a:spcAft>
                <a:spcPts val="0"/>
              </a:spcAft>
              <a:buSzPts val="3800"/>
              <a:buNone/>
              <a:defRPr sz="3800"/>
            </a:lvl9pPr>
          </a:lstStyle>
          <a:p/>
        </p:txBody>
      </p:sp>
      <p:sp>
        <p:nvSpPr>
          <p:cNvPr id="56" name="Google Shape;56;p14"/>
          <p:cNvSpPr txBox="1"/>
          <p:nvPr>
            <p:ph idx="1" type="body"/>
          </p:nvPr>
        </p:nvSpPr>
        <p:spPr>
          <a:xfrm>
            <a:off x="498720" y="2223360"/>
            <a:ext cx="4492800" cy="5087100"/>
          </a:xfrm>
          <a:prstGeom prst="rect">
            <a:avLst/>
          </a:prstGeom>
        </p:spPr>
        <p:txBody>
          <a:bodyPr anchorCtr="0" anchor="t" bIns="146275" lIns="146275" spcFirstLastPara="1" rIns="146275" wrap="square" tIns="146275">
            <a:normAutofit/>
          </a:bodyPr>
          <a:lstStyle>
            <a:lvl1pPr indent="-349250" lvl="0" marL="457200">
              <a:spcBef>
                <a:spcPts val="0"/>
              </a:spcBef>
              <a:spcAft>
                <a:spcPts val="0"/>
              </a:spcAft>
              <a:buSzPts val="1900"/>
              <a:buChar char="●"/>
              <a:defRPr sz="1900"/>
            </a:lvl1pPr>
            <a:lvl2pPr indent="-349250" lvl="1" marL="914400">
              <a:spcBef>
                <a:spcPts val="0"/>
              </a:spcBef>
              <a:spcAft>
                <a:spcPts val="0"/>
              </a:spcAft>
              <a:buSzPts val="1900"/>
              <a:buChar char="○"/>
              <a:defRPr sz="1900"/>
            </a:lvl2pPr>
            <a:lvl3pPr indent="-349250" lvl="2" marL="1371600">
              <a:spcBef>
                <a:spcPts val="0"/>
              </a:spcBef>
              <a:spcAft>
                <a:spcPts val="0"/>
              </a:spcAft>
              <a:buSzPts val="1900"/>
              <a:buChar char="■"/>
              <a:defRPr sz="1900"/>
            </a:lvl3pPr>
            <a:lvl4pPr indent="-349250" lvl="3" marL="1828800">
              <a:spcBef>
                <a:spcPts val="0"/>
              </a:spcBef>
              <a:spcAft>
                <a:spcPts val="0"/>
              </a:spcAft>
              <a:buSzPts val="1900"/>
              <a:buChar char="●"/>
              <a:defRPr sz="1900"/>
            </a:lvl4pPr>
            <a:lvl5pPr indent="-349250" lvl="4" marL="2286000">
              <a:spcBef>
                <a:spcPts val="0"/>
              </a:spcBef>
              <a:spcAft>
                <a:spcPts val="0"/>
              </a:spcAft>
              <a:buSzPts val="1900"/>
              <a:buChar char="○"/>
              <a:defRPr sz="1900"/>
            </a:lvl5pPr>
            <a:lvl6pPr indent="-349250" lvl="5" marL="2743200">
              <a:spcBef>
                <a:spcPts val="0"/>
              </a:spcBef>
              <a:spcAft>
                <a:spcPts val="0"/>
              </a:spcAft>
              <a:buSzPts val="1900"/>
              <a:buChar char="■"/>
              <a:defRPr sz="1900"/>
            </a:lvl6pPr>
            <a:lvl7pPr indent="-349250" lvl="6" marL="3200400">
              <a:spcBef>
                <a:spcPts val="0"/>
              </a:spcBef>
              <a:spcAft>
                <a:spcPts val="0"/>
              </a:spcAft>
              <a:buSzPts val="1900"/>
              <a:buChar char="●"/>
              <a:defRPr sz="1900"/>
            </a:lvl7pPr>
            <a:lvl8pPr indent="-349250" lvl="7" marL="3657600">
              <a:spcBef>
                <a:spcPts val="0"/>
              </a:spcBef>
              <a:spcAft>
                <a:spcPts val="0"/>
              </a:spcAft>
              <a:buSzPts val="1900"/>
              <a:buChar char="○"/>
              <a:defRPr sz="1900"/>
            </a:lvl8pPr>
            <a:lvl9pPr indent="-349250" lvl="8" marL="4114800">
              <a:spcBef>
                <a:spcPts val="0"/>
              </a:spcBef>
              <a:spcAft>
                <a:spcPts val="0"/>
              </a:spcAft>
              <a:buSzPts val="1900"/>
              <a:buChar char="■"/>
              <a:defRPr sz="1900"/>
            </a:lvl9pPr>
          </a:lstStyle>
          <a:p/>
        </p:txBody>
      </p:sp>
      <p:sp>
        <p:nvSpPr>
          <p:cNvPr id="57" name="Google Shape;57;p14"/>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8" name="Shape 58"/>
        <p:cNvGrpSpPr/>
        <p:nvPr/>
      </p:nvGrpSpPr>
      <p:grpSpPr>
        <a:xfrm>
          <a:off x="0" y="0"/>
          <a:ext cx="0" cy="0"/>
          <a:chOff x="0" y="0"/>
          <a:chExt cx="0" cy="0"/>
        </a:xfrm>
      </p:grpSpPr>
      <p:sp>
        <p:nvSpPr>
          <p:cNvPr id="59" name="Google Shape;59;p15"/>
          <p:cNvSpPr txBox="1"/>
          <p:nvPr>
            <p:ph type="title"/>
          </p:nvPr>
        </p:nvSpPr>
        <p:spPr>
          <a:xfrm>
            <a:off x="784400" y="720240"/>
            <a:ext cx="10188600" cy="6545400"/>
          </a:xfrm>
          <a:prstGeom prst="rect">
            <a:avLst/>
          </a:prstGeom>
        </p:spPr>
        <p:txBody>
          <a:bodyPr anchorCtr="0" anchor="ctr" bIns="146275" lIns="146275" spcFirstLastPara="1" rIns="146275" wrap="square" tIns="146275">
            <a:normAutofit/>
          </a:bodyPr>
          <a:lstStyle>
            <a:lvl1pPr lvl="0">
              <a:spcBef>
                <a:spcPts val="0"/>
              </a:spcBef>
              <a:spcAft>
                <a:spcPts val="0"/>
              </a:spcAft>
              <a:buSzPts val="7700"/>
              <a:buNone/>
              <a:defRPr sz="7700"/>
            </a:lvl1pPr>
            <a:lvl2pPr lvl="1">
              <a:spcBef>
                <a:spcPts val="0"/>
              </a:spcBef>
              <a:spcAft>
                <a:spcPts val="0"/>
              </a:spcAft>
              <a:buSzPts val="7700"/>
              <a:buNone/>
              <a:defRPr sz="7700"/>
            </a:lvl2pPr>
            <a:lvl3pPr lvl="2">
              <a:spcBef>
                <a:spcPts val="0"/>
              </a:spcBef>
              <a:spcAft>
                <a:spcPts val="0"/>
              </a:spcAft>
              <a:buSzPts val="7700"/>
              <a:buNone/>
              <a:defRPr sz="7700"/>
            </a:lvl3pPr>
            <a:lvl4pPr lvl="3">
              <a:spcBef>
                <a:spcPts val="0"/>
              </a:spcBef>
              <a:spcAft>
                <a:spcPts val="0"/>
              </a:spcAft>
              <a:buSzPts val="7700"/>
              <a:buNone/>
              <a:defRPr sz="7700"/>
            </a:lvl4pPr>
            <a:lvl5pPr lvl="4">
              <a:spcBef>
                <a:spcPts val="0"/>
              </a:spcBef>
              <a:spcAft>
                <a:spcPts val="0"/>
              </a:spcAft>
              <a:buSzPts val="7700"/>
              <a:buNone/>
              <a:defRPr sz="7700"/>
            </a:lvl5pPr>
            <a:lvl6pPr lvl="5">
              <a:spcBef>
                <a:spcPts val="0"/>
              </a:spcBef>
              <a:spcAft>
                <a:spcPts val="0"/>
              </a:spcAft>
              <a:buSzPts val="7700"/>
              <a:buNone/>
              <a:defRPr sz="7700"/>
            </a:lvl6pPr>
            <a:lvl7pPr lvl="6">
              <a:spcBef>
                <a:spcPts val="0"/>
              </a:spcBef>
              <a:spcAft>
                <a:spcPts val="0"/>
              </a:spcAft>
              <a:buSzPts val="7700"/>
              <a:buNone/>
              <a:defRPr sz="7700"/>
            </a:lvl7pPr>
            <a:lvl8pPr lvl="7">
              <a:spcBef>
                <a:spcPts val="0"/>
              </a:spcBef>
              <a:spcAft>
                <a:spcPts val="0"/>
              </a:spcAft>
              <a:buSzPts val="7700"/>
              <a:buNone/>
              <a:defRPr sz="7700"/>
            </a:lvl8pPr>
            <a:lvl9pPr lvl="8">
              <a:spcBef>
                <a:spcPts val="0"/>
              </a:spcBef>
              <a:spcAft>
                <a:spcPts val="0"/>
              </a:spcAft>
              <a:buSzPts val="7700"/>
              <a:buNone/>
              <a:defRPr sz="7700"/>
            </a:lvl9pPr>
          </a:lstStyle>
          <a:p/>
        </p:txBody>
      </p:sp>
      <p:sp>
        <p:nvSpPr>
          <p:cNvPr id="60" name="Google Shape;60;p15"/>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16"/>
          <p:cNvSpPr/>
          <p:nvPr/>
        </p:nvSpPr>
        <p:spPr>
          <a:xfrm>
            <a:off x="7315200" y="-200"/>
            <a:ext cx="7315200" cy="8229600"/>
          </a:xfrm>
          <a:prstGeom prst="rect">
            <a:avLst/>
          </a:prstGeom>
          <a:solidFill>
            <a:schemeClr val="lt2"/>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63" name="Google Shape;63;p16"/>
          <p:cNvSpPr txBox="1"/>
          <p:nvPr>
            <p:ph type="title"/>
          </p:nvPr>
        </p:nvSpPr>
        <p:spPr>
          <a:xfrm>
            <a:off x="424800" y="1973080"/>
            <a:ext cx="6472200" cy="2371800"/>
          </a:xfrm>
          <a:prstGeom prst="rect">
            <a:avLst/>
          </a:prstGeom>
        </p:spPr>
        <p:txBody>
          <a:bodyPr anchorCtr="0" anchor="b" bIns="146275" lIns="146275" spcFirstLastPara="1" rIns="146275" wrap="square" tIns="146275">
            <a:normAutofit/>
          </a:bodyPr>
          <a:lstStyle>
            <a:lvl1pPr lvl="0" algn="ctr">
              <a:spcBef>
                <a:spcPts val="0"/>
              </a:spcBef>
              <a:spcAft>
                <a:spcPts val="0"/>
              </a:spcAft>
              <a:buSzPts val="6700"/>
              <a:buNone/>
              <a:defRPr sz="6700"/>
            </a:lvl1pPr>
            <a:lvl2pPr lvl="1" algn="ctr">
              <a:spcBef>
                <a:spcPts val="0"/>
              </a:spcBef>
              <a:spcAft>
                <a:spcPts val="0"/>
              </a:spcAft>
              <a:buSzPts val="6700"/>
              <a:buNone/>
              <a:defRPr sz="6700"/>
            </a:lvl2pPr>
            <a:lvl3pPr lvl="2" algn="ctr">
              <a:spcBef>
                <a:spcPts val="0"/>
              </a:spcBef>
              <a:spcAft>
                <a:spcPts val="0"/>
              </a:spcAft>
              <a:buSzPts val="6700"/>
              <a:buNone/>
              <a:defRPr sz="6700"/>
            </a:lvl3pPr>
            <a:lvl4pPr lvl="3" algn="ctr">
              <a:spcBef>
                <a:spcPts val="0"/>
              </a:spcBef>
              <a:spcAft>
                <a:spcPts val="0"/>
              </a:spcAft>
              <a:buSzPts val="6700"/>
              <a:buNone/>
              <a:defRPr sz="6700"/>
            </a:lvl4pPr>
            <a:lvl5pPr lvl="4" algn="ctr">
              <a:spcBef>
                <a:spcPts val="0"/>
              </a:spcBef>
              <a:spcAft>
                <a:spcPts val="0"/>
              </a:spcAft>
              <a:buSzPts val="6700"/>
              <a:buNone/>
              <a:defRPr sz="6700"/>
            </a:lvl5pPr>
            <a:lvl6pPr lvl="5" algn="ctr">
              <a:spcBef>
                <a:spcPts val="0"/>
              </a:spcBef>
              <a:spcAft>
                <a:spcPts val="0"/>
              </a:spcAft>
              <a:buSzPts val="6700"/>
              <a:buNone/>
              <a:defRPr sz="6700"/>
            </a:lvl6pPr>
            <a:lvl7pPr lvl="6" algn="ctr">
              <a:spcBef>
                <a:spcPts val="0"/>
              </a:spcBef>
              <a:spcAft>
                <a:spcPts val="0"/>
              </a:spcAft>
              <a:buSzPts val="6700"/>
              <a:buNone/>
              <a:defRPr sz="6700"/>
            </a:lvl7pPr>
            <a:lvl8pPr lvl="7" algn="ctr">
              <a:spcBef>
                <a:spcPts val="0"/>
              </a:spcBef>
              <a:spcAft>
                <a:spcPts val="0"/>
              </a:spcAft>
              <a:buSzPts val="6700"/>
              <a:buNone/>
              <a:defRPr sz="6700"/>
            </a:lvl8pPr>
            <a:lvl9pPr lvl="8" algn="ctr">
              <a:spcBef>
                <a:spcPts val="0"/>
              </a:spcBef>
              <a:spcAft>
                <a:spcPts val="0"/>
              </a:spcAft>
              <a:buSzPts val="6700"/>
              <a:buNone/>
              <a:defRPr sz="6700"/>
            </a:lvl9pPr>
          </a:lstStyle>
          <a:p/>
        </p:txBody>
      </p:sp>
      <p:sp>
        <p:nvSpPr>
          <p:cNvPr id="64" name="Google Shape;64;p16"/>
          <p:cNvSpPr txBox="1"/>
          <p:nvPr>
            <p:ph idx="1" type="subTitle"/>
          </p:nvPr>
        </p:nvSpPr>
        <p:spPr>
          <a:xfrm>
            <a:off x="424800" y="4484920"/>
            <a:ext cx="6472200" cy="1976100"/>
          </a:xfrm>
          <a:prstGeom prst="rect">
            <a:avLst/>
          </a:prstGeom>
        </p:spPr>
        <p:txBody>
          <a:bodyPr anchorCtr="0" anchor="t" bIns="146275" lIns="146275" spcFirstLastPara="1" rIns="146275" wrap="square" tIns="146275">
            <a:normAutofit/>
          </a:bodyPr>
          <a:lstStyle>
            <a:lvl1pPr lvl="0" algn="ctr">
              <a:lnSpc>
                <a:spcPct val="100000"/>
              </a:lnSpc>
              <a:spcBef>
                <a:spcPts val="0"/>
              </a:spcBef>
              <a:spcAft>
                <a:spcPts val="0"/>
              </a:spcAft>
              <a:buSzPts val="3400"/>
              <a:buNone/>
              <a:defRPr sz="3400"/>
            </a:lvl1pPr>
            <a:lvl2pPr lvl="1" algn="ctr">
              <a:lnSpc>
                <a:spcPct val="100000"/>
              </a:lnSpc>
              <a:spcBef>
                <a:spcPts val="0"/>
              </a:spcBef>
              <a:spcAft>
                <a:spcPts val="0"/>
              </a:spcAft>
              <a:buSzPts val="3400"/>
              <a:buNone/>
              <a:defRPr sz="3400"/>
            </a:lvl2pPr>
            <a:lvl3pPr lvl="2" algn="ctr">
              <a:lnSpc>
                <a:spcPct val="100000"/>
              </a:lnSpc>
              <a:spcBef>
                <a:spcPts val="0"/>
              </a:spcBef>
              <a:spcAft>
                <a:spcPts val="0"/>
              </a:spcAft>
              <a:buSzPts val="3400"/>
              <a:buNone/>
              <a:defRPr sz="3400"/>
            </a:lvl3pPr>
            <a:lvl4pPr lvl="3" algn="ctr">
              <a:lnSpc>
                <a:spcPct val="100000"/>
              </a:lnSpc>
              <a:spcBef>
                <a:spcPts val="0"/>
              </a:spcBef>
              <a:spcAft>
                <a:spcPts val="0"/>
              </a:spcAft>
              <a:buSzPts val="3400"/>
              <a:buNone/>
              <a:defRPr sz="3400"/>
            </a:lvl4pPr>
            <a:lvl5pPr lvl="4" algn="ctr">
              <a:lnSpc>
                <a:spcPct val="100000"/>
              </a:lnSpc>
              <a:spcBef>
                <a:spcPts val="0"/>
              </a:spcBef>
              <a:spcAft>
                <a:spcPts val="0"/>
              </a:spcAft>
              <a:buSzPts val="3400"/>
              <a:buNone/>
              <a:defRPr sz="3400"/>
            </a:lvl5pPr>
            <a:lvl6pPr lvl="5" algn="ctr">
              <a:lnSpc>
                <a:spcPct val="100000"/>
              </a:lnSpc>
              <a:spcBef>
                <a:spcPts val="0"/>
              </a:spcBef>
              <a:spcAft>
                <a:spcPts val="0"/>
              </a:spcAft>
              <a:buSzPts val="3400"/>
              <a:buNone/>
              <a:defRPr sz="3400"/>
            </a:lvl6pPr>
            <a:lvl7pPr lvl="6" algn="ctr">
              <a:lnSpc>
                <a:spcPct val="100000"/>
              </a:lnSpc>
              <a:spcBef>
                <a:spcPts val="0"/>
              </a:spcBef>
              <a:spcAft>
                <a:spcPts val="0"/>
              </a:spcAft>
              <a:buSzPts val="3400"/>
              <a:buNone/>
              <a:defRPr sz="3400"/>
            </a:lvl7pPr>
            <a:lvl8pPr lvl="7" algn="ctr">
              <a:lnSpc>
                <a:spcPct val="100000"/>
              </a:lnSpc>
              <a:spcBef>
                <a:spcPts val="0"/>
              </a:spcBef>
              <a:spcAft>
                <a:spcPts val="0"/>
              </a:spcAft>
              <a:buSzPts val="3400"/>
              <a:buNone/>
              <a:defRPr sz="3400"/>
            </a:lvl8pPr>
            <a:lvl9pPr lvl="8" algn="ctr">
              <a:lnSpc>
                <a:spcPct val="100000"/>
              </a:lnSpc>
              <a:spcBef>
                <a:spcPts val="0"/>
              </a:spcBef>
              <a:spcAft>
                <a:spcPts val="0"/>
              </a:spcAft>
              <a:buSzPts val="3400"/>
              <a:buNone/>
              <a:defRPr sz="3400"/>
            </a:lvl9pPr>
          </a:lstStyle>
          <a:p/>
        </p:txBody>
      </p:sp>
      <p:sp>
        <p:nvSpPr>
          <p:cNvPr id="65" name="Google Shape;65;p16"/>
          <p:cNvSpPr txBox="1"/>
          <p:nvPr>
            <p:ph idx="2" type="body"/>
          </p:nvPr>
        </p:nvSpPr>
        <p:spPr>
          <a:xfrm>
            <a:off x="7903200" y="1158520"/>
            <a:ext cx="6139200" cy="5912100"/>
          </a:xfrm>
          <a:prstGeom prst="rect">
            <a:avLst/>
          </a:prstGeom>
        </p:spPr>
        <p:txBody>
          <a:bodyPr anchorCtr="0" anchor="ctr" bIns="146275" lIns="146275" spcFirstLastPara="1" rIns="146275" wrap="square" tIns="146275">
            <a:normAutofit/>
          </a:bodyPr>
          <a:lstStyle>
            <a:lvl1pPr indent="-412750" lvl="0" marL="457200">
              <a:spcBef>
                <a:spcPts val="0"/>
              </a:spcBef>
              <a:spcAft>
                <a:spcPts val="0"/>
              </a:spcAft>
              <a:buSzPts val="2900"/>
              <a:buChar char="●"/>
              <a:defRPr/>
            </a:lvl1pPr>
            <a:lvl2pPr indent="-368300" lvl="1" marL="914400">
              <a:spcBef>
                <a:spcPts val="0"/>
              </a:spcBef>
              <a:spcAft>
                <a:spcPts val="0"/>
              </a:spcAft>
              <a:buSzPts val="2200"/>
              <a:buChar char="○"/>
              <a:defRPr/>
            </a:lvl2pPr>
            <a:lvl3pPr indent="-368300" lvl="2" marL="1371600">
              <a:spcBef>
                <a:spcPts val="0"/>
              </a:spcBef>
              <a:spcAft>
                <a:spcPts val="0"/>
              </a:spcAft>
              <a:buSzPts val="2200"/>
              <a:buChar char="■"/>
              <a:defRPr/>
            </a:lvl3pPr>
            <a:lvl4pPr indent="-368300" lvl="3" marL="1828800">
              <a:spcBef>
                <a:spcPts val="0"/>
              </a:spcBef>
              <a:spcAft>
                <a:spcPts val="0"/>
              </a:spcAft>
              <a:buSzPts val="2200"/>
              <a:buChar char="●"/>
              <a:defRPr/>
            </a:lvl4pPr>
            <a:lvl5pPr indent="-368300" lvl="4" marL="2286000">
              <a:spcBef>
                <a:spcPts val="0"/>
              </a:spcBef>
              <a:spcAft>
                <a:spcPts val="0"/>
              </a:spcAft>
              <a:buSzPts val="2200"/>
              <a:buChar char="○"/>
              <a:defRPr/>
            </a:lvl5pPr>
            <a:lvl6pPr indent="-368300" lvl="5" marL="2743200">
              <a:spcBef>
                <a:spcPts val="0"/>
              </a:spcBef>
              <a:spcAft>
                <a:spcPts val="0"/>
              </a:spcAft>
              <a:buSzPts val="2200"/>
              <a:buChar char="■"/>
              <a:defRPr/>
            </a:lvl6pPr>
            <a:lvl7pPr indent="-368300" lvl="6" marL="3200400">
              <a:spcBef>
                <a:spcPts val="0"/>
              </a:spcBef>
              <a:spcAft>
                <a:spcPts val="0"/>
              </a:spcAft>
              <a:buSzPts val="2200"/>
              <a:buChar char="●"/>
              <a:defRPr/>
            </a:lvl7pPr>
            <a:lvl8pPr indent="-368300" lvl="7" marL="3657600">
              <a:spcBef>
                <a:spcPts val="0"/>
              </a:spcBef>
              <a:spcAft>
                <a:spcPts val="0"/>
              </a:spcAft>
              <a:buSzPts val="2200"/>
              <a:buChar char="○"/>
              <a:defRPr/>
            </a:lvl8pPr>
            <a:lvl9pPr indent="-368300" lvl="8" marL="4114800">
              <a:spcBef>
                <a:spcPts val="0"/>
              </a:spcBef>
              <a:spcAft>
                <a:spcPts val="0"/>
              </a:spcAft>
              <a:buSzPts val="2200"/>
              <a:buChar char="■"/>
              <a:defRPr/>
            </a:lvl9pPr>
          </a:lstStyle>
          <a:p/>
        </p:txBody>
      </p:sp>
      <p:sp>
        <p:nvSpPr>
          <p:cNvPr id="66" name="Google Shape;66;p16"/>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7" name="Shape 67"/>
        <p:cNvGrpSpPr/>
        <p:nvPr/>
      </p:nvGrpSpPr>
      <p:grpSpPr>
        <a:xfrm>
          <a:off x="0" y="0"/>
          <a:ext cx="0" cy="0"/>
          <a:chOff x="0" y="0"/>
          <a:chExt cx="0" cy="0"/>
        </a:xfrm>
      </p:grpSpPr>
      <p:sp>
        <p:nvSpPr>
          <p:cNvPr id="68" name="Google Shape;68;p17"/>
          <p:cNvSpPr txBox="1"/>
          <p:nvPr>
            <p:ph idx="1" type="body"/>
          </p:nvPr>
        </p:nvSpPr>
        <p:spPr>
          <a:xfrm>
            <a:off x="498720" y="6768920"/>
            <a:ext cx="9598200" cy="968100"/>
          </a:xfrm>
          <a:prstGeom prst="rect">
            <a:avLst/>
          </a:prstGeom>
        </p:spPr>
        <p:txBody>
          <a:bodyPr anchorCtr="0" anchor="ctr" bIns="146275" lIns="146275" spcFirstLastPara="1" rIns="146275" wrap="square" tIns="146275">
            <a:normAutofit/>
          </a:bodyPr>
          <a:lstStyle>
            <a:lvl1pPr indent="-228600" lvl="0" marL="457200">
              <a:lnSpc>
                <a:spcPct val="100000"/>
              </a:lnSpc>
              <a:spcBef>
                <a:spcPts val="0"/>
              </a:spcBef>
              <a:spcAft>
                <a:spcPts val="0"/>
              </a:spcAft>
              <a:buSzPts val="2900"/>
              <a:buNone/>
              <a:defRPr/>
            </a:lvl1pPr>
          </a:lstStyle>
          <a:p/>
        </p:txBody>
      </p:sp>
      <p:sp>
        <p:nvSpPr>
          <p:cNvPr id="69" name="Google Shape;69;p17"/>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0" name="Shape 70"/>
        <p:cNvGrpSpPr/>
        <p:nvPr/>
      </p:nvGrpSpPr>
      <p:grpSpPr>
        <a:xfrm>
          <a:off x="0" y="0"/>
          <a:ext cx="0" cy="0"/>
          <a:chOff x="0" y="0"/>
          <a:chExt cx="0" cy="0"/>
        </a:xfrm>
      </p:grpSpPr>
      <p:sp>
        <p:nvSpPr>
          <p:cNvPr id="71" name="Google Shape;71;p18"/>
          <p:cNvSpPr txBox="1"/>
          <p:nvPr>
            <p:ph hasCustomPrompt="1" type="title"/>
          </p:nvPr>
        </p:nvSpPr>
        <p:spPr>
          <a:xfrm>
            <a:off x="498720" y="1769800"/>
            <a:ext cx="13632900" cy="3141600"/>
          </a:xfrm>
          <a:prstGeom prst="rect">
            <a:avLst/>
          </a:prstGeom>
        </p:spPr>
        <p:txBody>
          <a:bodyPr anchorCtr="0" anchor="b" bIns="146275" lIns="146275" spcFirstLastPara="1" rIns="146275" wrap="square" tIns="146275">
            <a:normAutofit/>
          </a:bodyPr>
          <a:lstStyle>
            <a:lvl1pPr lvl="0" algn="ctr">
              <a:spcBef>
                <a:spcPts val="0"/>
              </a:spcBef>
              <a:spcAft>
                <a:spcPts val="0"/>
              </a:spcAft>
              <a:buSzPts val="19200"/>
              <a:buNone/>
              <a:defRPr sz="19200"/>
            </a:lvl1pPr>
            <a:lvl2pPr lvl="1" algn="ctr">
              <a:spcBef>
                <a:spcPts val="0"/>
              </a:spcBef>
              <a:spcAft>
                <a:spcPts val="0"/>
              </a:spcAft>
              <a:buSzPts val="19200"/>
              <a:buNone/>
              <a:defRPr sz="19200"/>
            </a:lvl2pPr>
            <a:lvl3pPr lvl="2" algn="ctr">
              <a:spcBef>
                <a:spcPts val="0"/>
              </a:spcBef>
              <a:spcAft>
                <a:spcPts val="0"/>
              </a:spcAft>
              <a:buSzPts val="19200"/>
              <a:buNone/>
              <a:defRPr sz="19200"/>
            </a:lvl3pPr>
            <a:lvl4pPr lvl="3" algn="ctr">
              <a:spcBef>
                <a:spcPts val="0"/>
              </a:spcBef>
              <a:spcAft>
                <a:spcPts val="0"/>
              </a:spcAft>
              <a:buSzPts val="19200"/>
              <a:buNone/>
              <a:defRPr sz="19200"/>
            </a:lvl4pPr>
            <a:lvl5pPr lvl="4" algn="ctr">
              <a:spcBef>
                <a:spcPts val="0"/>
              </a:spcBef>
              <a:spcAft>
                <a:spcPts val="0"/>
              </a:spcAft>
              <a:buSzPts val="19200"/>
              <a:buNone/>
              <a:defRPr sz="19200"/>
            </a:lvl5pPr>
            <a:lvl6pPr lvl="5" algn="ctr">
              <a:spcBef>
                <a:spcPts val="0"/>
              </a:spcBef>
              <a:spcAft>
                <a:spcPts val="0"/>
              </a:spcAft>
              <a:buSzPts val="19200"/>
              <a:buNone/>
              <a:defRPr sz="19200"/>
            </a:lvl6pPr>
            <a:lvl7pPr lvl="6" algn="ctr">
              <a:spcBef>
                <a:spcPts val="0"/>
              </a:spcBef>
              <a:spcAft>
                <a:spcPts val="0"/>
              </a:spcAft>
              <a:buSzPts val="19200"/>
              <a:buNone/>
              <a:defRPr sz="19200"/>
            </a:lvl7pPr>
            <a:lvl8pPr lvl="7" algn="ctr">
              <a:spcBef>
                <a:spcPts val="0"/>
              </a:spcBef>
              <a:spcAft>
                <a:spcPts val="0"/>
              </a:spcAft>
              <a:buSzPts val="19200"/>
              <a:buNone/>
              <a:defRPr sz="19200"/>
            </a:lvl8pPr>
            <a:lvl9pPr lvl="8" algn="ctr">
              <a:spcBef>
                <a:spcPts val="0"/>
              </a:spcBef>
              <a:spcAft>
                <a:spcPts val="0"/>
              </a:spcAft>
              <a:buSzPts val="19200"/>
              <a:buNone/>
              <a:defRPr sz="19200"/>
            </a:lvl9pPr>
          </a:lstStyle>
          <a:p>
            <a:r>
              <a:t>xx%</a:t>
            </a:r>
          </a:p>
        </p:txBody>
      </p:sp>
      <p:sp>
        <p:nvSpPr>
          <p:cNvPr id="72" name="Google Shape;72;p18"/>
          <p:cNvSpPr txBox="1"/>
          <p:nvPr>
            <p:ph idx="1" type="body"/>
          </p:nvPr>
        </p:nvSpPr>
        <p:spPr>
          <a:xfrm>
            <a:off x="498720" y="5043560"/>
            <a:ext cx="13632900" cy="2081400"/>
          </a:xfrm>
          <a:prstGeom prst="rect">
            <a:avLst/>
          </a:prstGeom>
        </p:spPr>
        <p:txBody>
          <a:bodyPr anchorCtr="0" anchor="t" bIns="146275" lIns="146275" spcFirstLastPara="1" rIns="146275" wrap="square" tIns="146275">
            <a:normAutofit/>
          </a:bodyPr>
          <a:lstStyle>
            <a:lvl1pPr indent="-412750" lvl="0" marL="457200" algn="ctr">
              <a:spcBef>
                <a:spcPts val="0"/>
              </a:spcBef>
              <a:spcAft>
                <a:spcPts val="0"/>
              </a:spcAft>
              <a:buSzPts val="2900"/>
              <a:buChar char="●"/>
              <a:defRPr/>
            </a:lvl1pPr>
            <a:lvl2pPr indent="-368300" lvl="1" marL="914400" algn="ctr">
              <a:spcBef>
                <a:spcPts val="0"/>
              </a:spcBef>
              <a:spcAft>
                <a:spcPts val="0"/>
              </a:spcAft>
              <a:buSzPts val="2200"/>
              <a:buChar char="○"/>
              <a:defRPr/>
            </a:lvl2pPr>
            <a:lvl3pPr indent="-368300" lvl="2" marL="1371600" algn="ctr">
              <a:spcBef>
                <a:spcPts val="0"/>
              </a:spcBef>
              <a:spcAft>
                <a:spcPts val="0"/>
              </a:spcAft>
              <a:buSzPts val="2200"/>
              <a:buChar char="■"/>
              <a:defRPr/>
            </a:lvl3pPr>
            <a:lvl4pPr indent="-368300" lvl="3" marL="1828800" algn="ctr">
              <a:spcBef>
                <a:spcPts val="0"/>
              </a:spcBef>
              <a:spcAft>
                <a:spcPts val="0"/>
              </a:spcAft>
              <a:buSzPts val="2200"/>
              <a:buChar char="●"/>
              <a:defRPr/>
            </a:lvl4pPr>
            <a:lvl5pPr indent="-368300" lvl="4" marL="2286000" algn="ctr">
              <a:spcBef>
                <a:spcPts val="0"/>
              </a:spcBef>
              <a:spcAft>
                <a:spcPts val="0"/>
              </a:spcAft>
              <a:buSzPts val="2200"/>
              <a:buChar char="○"/>
              <a:defRPr/>
            </a:lvl5pPr>
            <a:lvl6pPr indent="-368300" lvl="5" marL="2743200" algn="ctr">
              <a:spcBef>
                <a:spcPts val="0"/>
              </a:spcBef>
              <a:spcAft>
                <a:spcPts val="0"/>
              </a:spcAft>
              <a:buSzPts val="2200"/>
              <a:buChar char="■"/>
              <a:defRPr/>
            </a:lvl6pPr>
            <a:lvl7pPr indent="-368300" lvl="6" marL="3200400" algn="ctr">
              <a:spcBef>
                <a:spcPts val="0"/>
              </a:spcBef>
              <a:spcAft>
                <a:spcPts val="0"/>
              </a:spcAft>
              <a:buSzPts val="2200"/>
              <a:buChar char="●"/>
              <a:defRPr/>
            </a:lvl7pPr>
            <a:lvl8pPr indent="-368300" lvl="7" marL="3657600" algn="ctr">
              <a:spcBef>
                <a:spcPts val="0"/>
              </a:spcBef>
              <a:spcAft>
                <a:spcPts val="0"/>
              </a:spcAft>
              <a:buSzPts val="2200"/>
              <a:buChar char="○"/>
              <a:defRPr/>
            </a:lvl8pPr>
            <a:lvl9pPr indent="-368300" lvl="8" marL="4114800" algn="ctr">
              <a:spcBef>
                <a:spcPts val="0"/>
              </a:spcBef>
              <a:spcAft>
                <a:spcPts val="0"/>
              </a:spcAft>
              <a:buSzPts val="2200"/>
              <a:buChar char="■"/>
              <a:defRPr/>
            </a:lvl9pPr>
          </a:lstStyle>
          <a:p/>
        </p:txBody>
      </p:sp>
      <p:sp>
        <p:nvSpPr>
          <p:cNvPr id="73" name="Google Shape;73;p18"/>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4" name="Shape 74"/>
        <p:cNvGrpSpPr/>
        <p:nvPr/>
      </p:nvGrpSpPr>
      <p:grpSpPr>
        <a:xfrm>
          <a:off x="0" y="0"/>
          <a:ext cx="0" cy="0"/>
          <a:chOff x="0" y="0"/>
          <a:chExt cx="0" cy="0"/>
        </a:xfrm>
      </p:grpSpPr>
      <p:sp>
        <p:nvSpPr>
          <p:cNvPr id="75" name="Google Shape;75;p19"/>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11" Type="http://schemas.openxmlformats.org/officeDocument/2006/relationships/slideLayout" Target="../slideLayouts/slideLayout17.xml"/><Relationship Id="rId10" Type="http://schemas.openxmlformats.org/officeDocument/2006/relationships/slideLayout" Target="../slideLayouts/slideLayout16.xml"/><Relationship Id="rId12" Type="http://schemas.openxmlformats.org/officeDocument/2006/relationships/theme" Target="../theme/theme3.xml"/><Relationship Id="rId9" Type="http://schemas.openxmlformats.org/officeDocument/2006/relationships/slideLayout" Target="../slideLayouts/slideLayout15.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1" name="Shape 31"/>
        <p:cNvGrpSpPr/>
        <p:nvPr/>
      </p:nvGrpSpPr>
      <p:grpSpPr>
        <a:xfrm>
          <a:off x="0" y="0"/>
          <a:ext cx="0" cy="0"/>
          <a:chOff x="0" y="0"/>
          <a:chExt cx="0" cy="0"/>
        </a:xfrm>
      </p:grpSpPr>
      <p:sp>
        <p:nvSpPr>
          <p:cNvPr id="32" name="Google Shape;32;p8"/>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a:spcBef>
                <a:spcPts val="0"/>
              </a:spcBef>
              <a:spcAft>
                <a:spcPts val="0"/>
              </a:spcAft>
              <a:buClr>
                <a:schemeClr val="dk1"/>
              </a:buClr>
              <a:buSzPts val="4500"/>
              <a:buNone/>
              <a:defRPr sz="4500">
                <a:solidFill>
                  <a:schemeClr val="dk1"/>
                </a:solidFill>
              </a:defRPr>
            </a:lvl1pPr>
            <a:lvl2pPr lvl="1">
              <a:spcBef>
                <a:spcPts val="0"/>
              </a:spcBef>
              <a:spcAft>
                <a:spcPts val="0"/>
              </a:spcAft>
              <a:buClr>
                <a:schemeClr val="dk1"/>
              </a:buClr>
              <a:buSzPts val="4500"/>
              <a:buNone/>
              <a:defRPr sz="4500">
                <a:solidFill>
                  <a:schemeClr val="dk1"/>
                </a:solidFill>
              </a:defRPr>
            </a:lvl2pPr>
            <a:lvl3pPr lvl="2">
              <a:spcBef>
                <a:spcPts val="0"/>
              </a:spcBef>
              <a:spcAft>
                <a:spcPts val="0"/>
              </a:spcAft>
              <a:buClr>
                <a:schemeClr val="dk1"/>
              </a:buClr>
              <a:buSzPts val="4500"/>
              <a:buNone/>
              <a:defRPr sz="4500">
                <a:solidFill>
                  <a:schemeClr val="dk1"/>
                </a:solidFill>
              </a:defRPr>
            </a:lvl3pPr>
            <a:lvl4pPr lvl="3">
              <a:spcBef>
                <a:spcPts val="0"/>
              </a:spcBef>
              <a:spcAft>
                <a:spcPts val="0"/>
              </a:spcAft>
              <a:buClr>
                <a:schemeClr val="dk1"/>
              </a:buClr>
              <a:buSzPts val="4500"/>
              <a:buNone/>
              <a:defRPr sz="4500">
                <a:solidFill>
                  <a:schemeClr val="dk1"/>
                </a:solidFill>
              </a:defRPr>
            </a:lvl4pPr>
            <a:lvl5pPr lvl="4">
              <a:spcBef>
                <a:spcPts val="0"/>
              </a:spcBef>
              <a:spcAft>
                <a:spcPts val="0"/>
              </a:spcAft>
              <a:buClr>
                <a:schemeClr val="dk1"/>
              </a:buClr>
              <a:buSzPts val="4500"/>
              <a:buNone/>
              <a:defRPr sz="4500">
                <a:solidFill>
                  <a:schemeClr val="dk1"/>
                </a:solidFill>
              </a:defRPr>
            </a:lvl5pPr>
            <a:lvl6pPr lvl="5">
              <a:spcBef>
                <a:spcPts val="0"/>
              </a:spcBef>
              <a:spcAft>
                <a:spcPts val="0"/>
              </a:spcAft>
              <a:buClr>
                <a:schemeClr val="dk1"/>
              </a:buClr>
              <a:buSzPts val="4500"/>
              <a:buNone/>
              <a:defRPr sz="4500">
                <a:solidFill>
                  <a:schemeClr val="dk1"/>
                </a:solidFill>
              </a:defRPr>
            </a:lvl6pPr>
            <a:lvl7pPr lvl="6">
              <a:spcBef>
                <a:spcPts val="0"/>
              </a:spcBef>
              <a:spcAft>
                <a:spcPts val="0"/>
              </a:spcAft>
              <a:buClr>
                <a:schemeClr val="dk1"/>
              </a:buClr>
              <a:buSzPts val="4500"/>
              <a:buNone/>
              <a:defRPr sz="4500">
                <a:solidFill>
                  <a:schemeClr val="dk1"/>
                </a:solidFill>
              </a:defRPr>
            </a:lvl7pPr>
            <a:lvl8pPr lvl="7">
              <a:spcBef>
                <a:spcPts val="0"/>
              </a:spcBef>
              <a:spcAft>
                <a:spcPts val="0"/>
              </a:spcAft>
              <a:buClr>
                <a:schemeClr val="dk1"/>
              </a:buClr>
              <a:buSzPts val="4500"/>
              <a:buNone/>
              <a:defRPr sz="4500">
                <a:solidFill>
                  <a:schemeClr val="dk1"/>
                </a:solidFill>
              </a:defRPr>
            </a:lvl8pPr>
            <a:lvl9pPr lvl="8">
              <a:spcBef>
                <a:spcPts val="0"/>
              </a:spcBef>
              <a:spcAft>
                <a:spcPts val="0"/>
              </a:spcAft>
              <a:buClr>
                <a:schemeClr val="dk1"/>
              </a:buClr>
              <a:buSzPts val="4500"/>
              <a:buNone/>
              <a:defRPr sz="4500">
                <a:solidFill>
                  <a:schemeClr val="dk1"/>
                </a:solidFill>
              </a:defRPr>
            </a:lvl9pPr>
          </a:lstStyle>
          <a:p/>
        </p:txBody>
      </p:sp>
      <p:sp>
        <p:nvSpPr>
          <p:cNvPr id="33" name="Google Shape;33;p8"/>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412750" lvl="0" marL="457200">
              <a:lnSpc>
                <a:spcPct val="115000"/>
              </a:lnSpc>
              <a:spcBef>
                <a:spcPts val="0"/>
              </a:spcBef>
              <a:spcAft>
                <a:spcPts val="0"/>
              </a:spcAft>
              <a:buClr>
                <a:schemeClr val="dk2"/>
              </a:buClr>
              <a:buSzPts val="2900"/>
              <a:buChar char="●"/>
              <a:defRPr sz="2900">
                <a:solidFill>
                  <a:schemeClr val="dk2"/>
                </a:solidFill>
              </a:defRPr>
            </a:lvl1pPr>
            <a:lvl2pPr indent="-368300" lvl="1" marL="914400">
              <a:lnSpc>
                <a:spcPct val="115000"/>
              </a:lnSpc>
              <a:spcBef>
                <a:spcPts val="0"/>
              </a:spcBef>
              <a:spcAft>
                <a:spcPts val="0"/>
              </a:spcAft>
              <a:buClr>
                <a:schemeClr val="dk2"/>
              </a:buClr>
              <a:buSzPts val="2200"/>
              <a:buChar char="○"/>
              <a:defRPr sz="2200">
                <a:solidFill>
                  <a:schemeClr val="dk2"/>
                </a:solidFill>
              </a:defRPr>
            </a:lvl2pPr>
            <a:lvl3pPr indent="-368300" lvl="2" marL="1371600">
              <a:lnSpc>
                <a:spcPct val="115000"/>
              </a:lnSpc>
              <a:spcBef>
                <a:spcPts val="0"/>
              </a:spcBef>
              <a:spcAft>
                <a:spcPts val="0"/>
              </a:spcAft>
              <a:buClr>
                <a:schemeClr val="dk2"/>
              </a:buClr>
              <a:buSzPts val="2200"/>
              <a:buChar char="■"/>
              <a:defRPr sz="2200">
                <a:solidFill>
                  <a:schemeClr val="dk2"/>
                </a:solidFill>
              </a:defRPr>
            </a:lvl3pPr>
            <a:lvl4pPr indent="-368300" lvl="3" marL="1828800">
              <a:lnSpc>
                <a:spcPct val="115000"/>
              </a:lnSpc>
              <a:spcBef>
                <a:spcPts val="0"/>
              </a:spcBef>
              <a:spcAft>
                <a:spcPts val="0"/>
              </a:spcAft>
              <a:buClr>
                <a:schemeClr val="dk2"/>
              </a:buClr>
              <a:buSzPts val="2200"/>
              <a:buChar char="●"/>
              <a:defRPr sz="2200">
                <a:solidFill>
                  <a:schemeClr val="dk2"/>
                </a:solidFill>
              </a:defRPr>
            </a:lvl4pPr>
            <a:lvl5pPr indent="-368300" lvl="4" marL="2286000">
              <a:lnSpc>
                <a:spcPct val="115000"/>
              </a:lnSpc>
              <a:spcBef>
                <a:spcPts val="0"/>
              </a:spcBef>
              <a:spcAft>
                <a:spcPts val="0"/>
              </a:spcAft>
              <a:buClr>
                <a:schemeClr val="dk2"/>
              </a:buClr>
              <a:buSzPts val="2200"/>
              <a:buChar char="○"/>
              <a:defRPr sz="2200">
                <a:solidFill>
                  <a:schemeClr val="dk2"/>
                </a:solidFill>
              </a:defRPr>
            </a:lvl5pPr>
            <a:lvl6pPr indent="-368300" lvl="5" marL="2743200">
              <a:lnSpc>
                <a:spcPct val="115000"/>
              </a:lnSpc>
              <a:spcBef>
                <a:spcPts val="0"/>
              </a:spcBef>
              <a:spcAft>
                <a:spcPts val="0"/>
              </a:spcAft>
              <a:buClr>
                <a:schemeClr val="dk2"/>
              </a:buClr>
              <a:buSzPts val="2200"/>
              <a:buChar char="■"/>
              <a:defRPr sz="2200">
                <a:solidFill>
                  <a:schemeClr val="dk2"/>
                </a:solidFill>
              </a:defRPr>
            </a:lvl6pPr>
            <a:lvl7pPr indent="-368300" lvl="6" marL="3200400">
              <a:lnSpc>
                <a:spcPct val="115000"/>
              </a:lnSpc>
              <a:spcBef>
                <a:spcPts val="0"/>
              </a:spcBef>
              <a:spcAft>
                <a:spcPts val="0"/>
              </a:spcAft>
              <a:buClr>
                <a:schemeClr val="dk2"/>
              </a:buClr>
              <a:buSzPts val="2200"/>
              <a:buChar char="●"/>
              <a:defRPr sz="2200">
                <a:solidFill>
                  <a:schemeClr val="dk2"/>
                </a:solidFill>
              </a:defRPr>
            </a:lvl7pPr>
            <a:lvl8pPr indent="-368300" lvl="7" marL="3657600">
              <a:lnSpc>
                <a:spcPct val="115000"/>
              </a:lnSpc>
              <a:spcBef>
                <a:spcPts val="0"/>
              </a:spcBef>
              <a:spcAft>
                <a:spcPts val="0"/>
              </a:spcAft>
              <a:buClr>
                <a:schemeClr val="dk2"/>
              </a:buClr>
              <a:buSzPts val="2200"/>
              <a:buChar char="○"/>
              <a:defRPr sz="2200">
                <a:solidFill>
                  <a:schemeClr val="dk2"/>
                </a:solidFill>
              </a:defRPr>
            </a:lvl8pPr>
            <a:lvl9pPr indent="-368300" lvl="8" marL="4114800">
              <a:lnSpc>
                <a:spcPct val="115000"/>
              </a:lnSpc>
              <a:spcBef>
                <a:spcPts val="0"/>
              </a:spcBef>
              <a:spcAft>
                <a:spcPts val="0"/>
              </a:spcAft>
              <a:buClr>
                <a:schemeClr val="dk2"/>
              </a:buClr>
              <a:buSzPts val="2200"/>
              <a:buChar char="■"/>
              <a:defRPr sz="2200">
                <a:solidFill>
                  <a:schemeClr val="dk2"/>
                </a:solidFill>
              </a:defRPr>
            </a:lvl9pPr>
          </a:lstStyle>
          <a:p/>
        </p:txBody>
      </p:sp>
      <p:sp>
        <p:nvSpPr>
          <p:cNvPr id="34" name="Google Shape;34;p8"/>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lvl="0" algn="r">
              <a:buNone/>
              <a:defRPr sz="1600">
                <a:solidFill>
                  <a:schemeClr val="dk2"/>
                </a:solidFill>
              </a:defRPr>
            </a:lvl1pPr>
            <a:lvl2pPr lvl="1" algn="r">
              <a:buNone/>
              <a:defRPr sz="1600">
                <a:solidFill>
                  <a:schemeClr val="dk2"/>
                </a:solidFill>
              </a:defRPr>
            </a:lvl2pPr>
            <a:lvl3pPr lvl="2" algn="r">
              <a:buNone/>
              <a:defRPr sz="1600">
                <a:solidFill>
                  <a:schemeClr val="dk2"/>
                </a:solidFill>
              </a:defRPr>
            </a:lvl3pPr>
            <a:lvl4pPr lvl="3" algn="r">
              <a:buNone/>
              <a:defRPr sz="1600">
                <a:solidFill>
                  <a:schemeClr val="dk2"/>
                </a:solidFill>
              </a:defRPr>
            </a:lvl4pPr>
            <a:lvl5pPr lvl="4" algn="r">
              <a:buNone/>
              <a:defRPr sz="1600">
                <a:solidFill>
                  <a:schemeClr val="dk2"/>
                </a:solidFill>
              </a:defRPr>
            </a:lvl5pPr>
            <a:lvl6pPr lvl="5" algn="r">
              <a:buNone/>
              <a:defRPr sz="1600">
                <a:solidFill>
                  <a:schemeClr val="dk2"/>
                </a:solidFill>
              </a:defRPr>
            </a:lvl6pPr>
            <a:lvl7pPr lvl="6" algn="r">
              <a:buNone/>
              <a:defRPr sz="1600">
                <a:solidFill>
                  <a:schemeClr val="dk2"/>
                </a:solidFill>
              </a:defRPr>
            </a:lvl7pPr>
            <a:lvl8pPr lvl="7" algn="r">
              <a:buNone/>
              <a:defRPr sz="1600">
                <a:solidFill>
                  <a:schemeClr val="dk2"/>
                </a:solidFill>
              </a:defRPr>
            </a:lvl8pPr>
            <a:lvl9pPr lvl="8" algn="r">
              <a:buNone/>
              <a:defRPr sz="16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81B50"/>
        </a:solidFill>
      </p:bgPr>
    </p:bg>
    <p:spTree>
      <p:nvGrpSpPr>
        <p:cNvPr id="79" name="Shape 79"/>
        <p:cNvGrpSpPr/>
        <p:nvPr/>
      </p:nvGrpSpPr>
      <p:grpSpPr>
        <a:xfrm>
          <a:off x="0" y="0"/>
          <a:ext cx="0" cy="0"/>
          <a:chOff x="0" y="0"/>
          <a:chExt cx="0" cy="0"/>
        </a:xfrm>
      </p:grpSpPr>
      <p:sp>
        <p:nvSpPr>
          <p:cNvPr id="80" name="Google Shape;80;p20"/>
          <p:cNvSpPr txBox="1"/>
          <p:nvPr>
            <p:ph idx="1" type="subTitle"/>
          </p:nvPr>
        </p:nvSpPr>
        <p:spPr>
          <a:xfrm>
            <a:off x="601925" y="3291725"/>
            <a:ext cx="13632900" cy="4347000"/>
          </a:xfrm>
          <a:prstGeom prst="rect">
            <a:avLst/>
          </a:prstGeom>
        </p:spPr>
        <p:txBody>
          <a:bodyPr anchorCtr="0" anchor="ctr" bIns="146275" lIns="146275" spcFirstLastPara="1" rIns="146275" wrap="square" tIns="146275">
            <a:noAutofit/>
          </a:bodyPr>
          <a:lstStyle/>
          <a:p>
            <a:pPr indent="0" lvl="0" marL="0" rtl="0" algn="ctr">
              <a:spcBef>
                <a:spcPts val="0"/>
              </a:spcBef>
              <a:spcAft>
                <a:spcPts val="0"/>
              </a:spcAft>
              <a:buNone/>
            </a:pPr>
            <a:r>
              <a:rPr b="1" lang="en-US" sz="5100">
                <a:solidFill>
                  <a:schemeClr val="lt1"/>
                </a:solidFill>
              </a:rPr>
              <a:t>Hangman Multiplayer </a:t>
            </a:r>
            <a:endParaRPr b="1" sz="5100">
              <a:solidFill>
                <a:schemeClr val="lt1"/>
              </a:solidFill>
            </a:endParaRPr>
          </a:p>
          <a:p>
            <a:pPr indent="0" lvl="0" marL="0" rtl="0" algn="ctr">
              <a:spcBef>
                <a:spcPts val="0"/>
              </a:spcBef>
              <a:spcAft>
                <a:spcPts val="0"/>
              </a:spcAft>
              <a:buNone/>
            </a:pPr>
            <a:r>
              <a:rPr b="1" lang="en-US" sz="5100">
                <a:solidFill>
                  <a:schemeClr val="lt1"/>
                </a:solidFill>
              </a:rPr>
              <a:t>(Word Guessing Platform)</a:t>
            </a:r>
            <a:endParaRPr b="1" sz="5100">
              <a:solidFill>
                <a:schemeClr val="lt1"/>
              </a:solidFill>
            </a:endParaRPr>
          </a:p>
          <a:p>
            <a:pPr indent="0" lvl="0" marL="0" rtl="0" algn="l">
              <a:spcBef>
                <a:spcPts val="0"/>
              </a:spcBef>
              <a:spcAft>
                <a:spcPts val="0"/>
              </a:spcAft>
              <a:buNone/>
            </a:pPr>
            <a:r>
              <a:t/>
            </a:r>
            <a:endParaRPr b="1" sz="3700">
              <a:solidFill>
                <a:schemeClr val="lt1"/>
              </a:solidFill>
            </a:endParaRPr>
          </a:p>
          <a:p>
            <a:pPr indent="0" lvl="0" marL="0" rtl="0" algn="ctr">
              <a:spcBef>
                <a:spcPts val="0"/>
              </a:spcBef>
              <a:spcAft>
                <a:spcPts val="0"/>
              </a:spcAft>
              <a:buNone/>
            </a:pPr>
            <a:r>
              <a:rPr b="1" lang="en-US" sz="2700">
                <a:solidFill>
                  <a:schemeClr val="lt1"/>
                </a:solidFill>
              </a:rPr>
              <a:t>By </a:t>
            </a:r>
            <a:endParaRPr b="1" sz="2700">
              <a:solidFill>
                <a:schemeClr val="lt1"/>
              </a:solidFill>
            </a:endParaRPr>
          </a:p>
          <a:p>
            <a:pPr indent="0" lvl="0" marL="0" rtl="0" algn="ctr">
              <a:spcBef>
                <a:spcPts val="0"/>
              </a:spcBef>
              <a:spcAft>
                <a:spcPts val="0"/>
              </a:spcAft>
              <a:buNone/>
            </a:pPr>
            <a:r>
              <a:t/>
            </a:r>
            <a:endParaRPr b="1" sz="2700">
              <a:solidFill>
                <a:schemeClr val="lt1"/>
              </a:solidFill>
            </a:endParaRPr>
          </a:p>
          <a:p>
            <a:pPr indent="0" lvl="0" marL="0" rtl="0" algn="ctr">
              <a:spcBef>
                <a:spcPts val="0"/>
              </a:spcBef>
              <a:spcAft>
                <a:spcPts val="0"/>
              </a:spcAft>
              <a:buNone/>
            </a:pPr>
            <a:r>
              <a:t/>
            </a:r>
            <a:endParaRPr b="1" sz="1900">
              <a:solidFill>
                <a:schemeClr val="lt1"/>
              </a:solidFill>
            </a:endParaRPr>
          </a:p>
          <a:p>
            <a:pPr indent="0" lvl="0" marL="0" rtl="0" algn="ctr">
              <a:spcBef>
                <a:spcPts val="0"/>
              </a:spcBef>
              <a:spcAft>
                <a:spcPts val="0"/>
              </a:spcAft>
              <a:buNone/>
            </a:pPr>
            <a:r>
              <a:rPr b="1" lang="en-US" sz="3000">
                <a:solidFill>
                  <a:schemeClr val="lt1"/>
                </a:solidFill>
              </a:rPr>
              <a:t>YATHARTH DHARMESH MISHRA</a:t>
            </a:r>
            <a:endParaRPr b="1" sz="3000">
              <a:solidFill>
                <a:schemeClr val="lt1"/>
              </a:solidFill>
            </a:endParaRPr>
          </a:p>
          <a:p>
            <a:pPr indent="0" lvl="0" marL="0" rtl="0" algn="ctr">
              <a:spcBef>
                <a:spcPts val="0"/>
              </a:spcBef>
              <a:spcAft>
                <a:spcPts val="0"/>
              </a:spcAft>
              <a:buNone/>
            </a:pPr>
            <a:r>
              <a:rPr b="1" lang="en-US" sz="3000">
                <a:solidFill>
                  <a:schemeClr val="lt1"/>
                </a:solidFill>
              </a:rPr>
              <a:t>150096725055</a:t>
            </a:r>
            <a:endParaRPr b="1" sz="3000">
              <a:solidFill>
                <a:schemeClr val="lt1"/>
              </a:solidFill>
            </a:endParaRPr>
          </a:p>
        </p:txBody>
      </p:sp>
      <p:pic>
        <p:nvPicPr>
          <p:cNvPr id="81" name="Google Shape;81;p20" title="download.png"/>
          <p:cNvPicPr preferRelativeResize="0"/>
          <p:nvPr/>
        </p:nvPicPr>
        <p:blipFill>
          <a:blip r:embed="rId3">
            <a:alphaModFix/>
          </a:blip>
          <a:stretch>
            <a:fillRect/>
          </a:stretch>
        </p:blipFill>
        <p:spPr>
          <a:xfrm>
            <a:off x="4259580" y="872985"/>
            <a:ext cx="6111240" cy="19202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descr="preencoded.png" id="87" name="Google Shape;87;p2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88" name="Google Shape;88;p21"/>
          <p:cNvSpPr/>
          <p:nvPr/>
        </p:nvSpPr>
        <p:spPr>
          <a:xfrm>
            <a:off x="793800" y="586425"/>
            <a:ext cx="79788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Fraunces Medium"/>
              <a:buNone/>
            </a:pPr>
            <a:r>
              <a:rPr b="1" i="0" lang="en-US" sz="4450" u="none" cap="none" strike="noStrike">
                <a:solidFill>
                  <a:srgbClr val="FFFFFF"/>
                </a:solidFill>
                <a:latin typeface="Fraunces"/>
                <a:ea typeface="Fraunces"/>
                <a:cs typeface="Fraunces"/>
                <a:sym typeface="Fraunces"/>
              </a:rPr>
              <a:t>Hangman </a:t>
            </a:r>
            <a:r>
              <a:rPr b="1" lang="en-US" sz="4450">
                <a:solidFill>
                  <a:srgbClr val="FFFFFF"/>
                </a:solidFill>
                <a:latin typeface="Fraunces"/>
                <a:ea typeface="Fraunces"/>
                <a:cs typeface="Fraunces"/>
                <a:sym typeface="Fraunces"/>
              </a:rPr>
              <a:t>Multiplayer</a:t>
            </a:r>
            <a:r>
              <a:rPr b="1" i="0" lang="en-US" sz="4450" u="none" cap="none" strike="noStrike">
                <a:solidFill>
                  <a:srgbClr val="FFFFFF"/>
                </a:solidFill>
                <a:latin typeface="Fraunces"/>
                <a:ea typeface="Fraunces"/>
                <a:cs typeface="Fraunces"/>
                <a:sym typeface="Fraunces"/>
              </a:rPr>
              <a:t> </a:t>
            </a:r>
            <a:endParaRPr b="1" i="0" sz="4450" u="none" cap="none" strike="noStrike"/>
          </a:p>
        </p:txBody>
      </p:sp>
      <p:sp>
        <p:nvSpPr>
          <p:cNvPr id="89" name="Google Shape;89;p21"/>
          <p:cNvSpPr/>
          <p:nvPr/>
        </p:nvSpPr>
        <p:spPr>
          <a:xfrm>
            <a:off x="793790" y="2172772"/>
            <a:ext cx="4536519" cy="5669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FFFFFF"/>
              </a:buClr>
              <a:buSzPts val="3550"/>
              <a:buFont typeface="Fraunces Medium"/>
              <a:buNone/>
            </a:pPr>
            <a:r>
              <a:rPr b="0" i="0" lang="en-US" sz="3550" u="none" cap="none" strike="noStrike">
                <a:solidFill>
                  <a:srgbClr val="FFFFFF"/>
                </a:solidFill>
                <a:latin typeface="Fraunces Medium"/>
                <a:ea typeface="Fraunces Medium"/>
                <a:cs typeface="Fraunces Medium"/>
                <a:sym typeface="Fraunces Medium"/>
              </a:rPr>
              <a:t>Problem Statement</a:t>
            </a:r>
            <a:endParaRPr b="0" i="0" sz="3550" u="none" cap="none" strike="noStrike"/>
          </a:p>
        </p:txBody>
      </p:sp>
      <p:sp>
        <p:nvSpPr>
          <p:cNvPr id="90" name="Google Shape;90;p21"/>
          <p:cNvSpPr/>
          <p:nvPr/>
        </p:nvSpPr>
        <p:spPr>
          <a:xfrm>
            <a:off x="793800" y="3079899"/>
            <a:ext cx="7556400" cy="16308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The traditional Hangman game is usually played using paper and pen or through simple digital versions with limited functionality. These versions often lack interactive features such as multiplayer gameplay, score tracking, and visual user interfaces.</a:t>
            </a:r>
            <a:endParaRPr b="0" i="0" sz="1750" u="none" cap="none" strike="noStrike"/>
          </a:p>
        </p:txBody>
      </p:sp>
      <p:sp>
        <p:nvSpPr>
          <p:cNvPr id="91" name="Google Shape;91;p21"/>
          <p:cNvSpPr/>
          <p:nvPr/>
        </p:nvSpPr>
        <p:spPr>
          <a:xfrm>
            <a:off x="793790" y="4786670"/>
            <a:ext cx="75564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There is a need for a modern digital version of the Hangman game that provides an engaging and interactive experience for users.</a:t>
            </a:r>
            <a:endParaRPr b="0" i="0" sz="1750" u="none" cap="none" strike="noStrike"/>
          </a:p>
        </p:txBody>
      </p:sp>
      <p:sp>
        <p:nvSpPr>
          <p:cNvPr id="92" name="Google Shape;92;p21"/>
          <p:cNvSpPr/>
          <p:nvPr/>
        </p:nvSpPr>
        <p:spPr>
          <a:xfrm>
            <a:off x="793800" y="5767625"/>
            <a:ext cx="7556400" cy="13551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This project focuses on developing a web-based Hangman game that allows players to guess hidden words, track their progress, and enjoy both solo and multiplayer gameplay.</a:t>
            </a:r>
            <a:endParaRPr b="0" i="0" sz="17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2"/>
          <p:cNvSpPr/>
          <p:nvPr/>
        </p:nvSpPr>
        <p:spPr>
          <a:xfrm>
            <a:off x="783669" y="639485"/>
            <a:ext cx="5598081" cy="6997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Fraunces Medium"/>
              <a:buNone/>
            </a:pPr>
            <a:r>
              <a:rPr b="0" i="0" lang="en-US" sz="4400" u="none" cap="none" strike="noStrike">
                <a:solidFill>
                  <a:srgbClr val="FFFFFF"/>
                </a:solidFill>
                <a:latin typeface="Fraunces Medium"/>
                <a:ea typeface="Fraunces Medium"/>
                <a:cs typeface="Fraunces Medium"/>
                <a:sym typeface="Fraunces Medium"/>
              </a:rPr>
              <a:t>Your Solution</a:t>
            </a:r>
            <a:endParaRPr b="0" i="0" sz="4400" u="none" cap="none" strike="noStrike"/>
          </a:p>
        </p:txBody>
      </p:sp>
      <p:sp>
        <p:nvSpPr>
          <p:cNvPr id="99" name="Google Shape;99;p22"/>
          <p:cNvSpPr/>
          <p:nvPr/>
        </p:nvSpPr>
        <p:spPr>
          <a:xfrm>
            <a:off x="783669" y="1781294"/>
            <a:ext cx="13063061" cy="355997"/>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The proposed solution is a Hangman Web Application developed using modern web technologies.</a:t>
            </a:r>
            <a:endParaRPr b="0" i="0" sz="1750" u="none" cap="none" strike="noStrike"/>
          </a:p>
        </p:txBody>
      </p:sp>
      <p:sp>
        <p:nvSpPr>
          <p:cNvPr id="100" name="Google Shape;100;p22"/>
          <p:cNvSpPr/>
          <p:nvPr/>
        </p:nvSpPr>
        <p:spPr>
          <a:xfrm>
            <a:off x="783669" y="2385893"/>
            <a:ext cx="13063061" cy="355997"/>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The system is built using:</a:t>
            </a:r>
            <a:endParaRPr b="0" i="0" sz="1750" u="none" cap="none" strike="noStrike"/>
          </a:p>
        </p:txBody>
      </p:sp>
      <p:sp>
        <p:nvSpPr>
          <p:cNvPr id="101" name="Google Shape;101;p22"/>
          <p:cNvSpPr/>
          <p:nvPr/>
        </p:nvSpPr>
        <p:spPr>
          <a:xfrm>
            <a:off x="783669" y="2990493"/>
            <a:ext cx="4206954" cy="1657350"/>
          </a:xfrm>
          <a:prstGeom prst="roundRect">
            <a:avLst>
              <a:gd fmla="val 5675"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2"/>
          <p:cNvSpPr/>
          <p:nvPr/>
        </p:nvSpPr>
        <p:spPr>
          <a:xfrm>
            <a:off x="1015127" y="3221950"/>
            <a:ext cx="2799040" cy="34980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2200"/>
              <a:buFont typeface="Fraunces Medium"/>
              <a:buNone/>
            </a:pPr>
            <a:r>
              <a:rPr b="0" i="0" lang="en-US" sz="2200" u="none" cap="none" strike="noStrike">
                <a:solidFill>
                  <a:srgbClr val="EBECEF"/>
                </a:solidFill>
                <a:latin typeface="Fraunces Medium"/>
                <a:ea typeface="Fraunces Medium"/>
                <a:cs typeface="Fraunces Medium"/>
                <a:sym typeface="Fraunces Medium"/>
              </a:rPr>
              <a:t>HTML</a:t>
            </a:r>
            <a:endParaRPr b="0" i="0" sz="2200" u="none" cap="none" strike="noStrike"/>
          </a:p>
        </p:txBody>
      </p:sp>
      <p:sp>
        <p:nvSpPr>
          <p:cNvPr id="103" name="Google Shape;103;p22"/>
          <p:cNvSpPr/>
          <p:nvPr/>
        </p:nvSpPr>
        <p:spPr>
          <a:xfrm>
            <a:off x="1015127" y="3704392"/>
            <a:ext cx="3744039" cy="71199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to create the structure of the game interface</a:t>
            </a:r>
            <a:endParaRPr b="0" i="0" sz="1750" u="none" cap="none" strike="noStrike"/>
          </a:p>
        </p:txBody>
      </p:sp>
      <p:sp>
        <p:nvSpPr>
          <p:cNvPr id="104" name="Google Shape;104;p22"/>
          <p:cNvSpPr/>
          <p:nvPr/>
        </p:nvSpPr>
        <p:spPr>
          <a:xfrm>
            <a:off x="5211604" y="2990493"/>
            <a:ext cx="4207073" cy="1657350"/>
          </a:xfrm>
          <a:prstGeom prst="roundRect">
            <a:avLst>
              <a:gd fmla="val 5675"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2"/>
          <p:cNvSpPr/>
          <p:nvPr/>
        </p:nvSpPr>
        <p:spPr>
          <a:xfrm>
            <a:off x="5443061" y="3221950"/>
            <a:ext cx="2799040" cy="34980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2200"/>
              <a:buFont typeface="Fraunces Medium"/>
              <a:buNone/>
            </a:pPr>
            <a:r>
              <a:rPr b="0" i="0" lang="en-US" sz="2200" u="none" cap="none" strike="noStrike">
                <a:solidFill>
                  <a:srgbClr val="EBECEF"/>
                </a:solidFill>
                <a:latin typeface="Fraunces Medium"/>
                <a:ea typeface="Fraunces Medium"/>
                <a:cs typeface="Fraunces Medium"/>
                <a:sym typeface="Fraunces Medium"/>
              </a:rPr>
              <a:t>CSS</a:t>
            </a:r>
            <a:endParaRPr b="0" i="0" sz="2200" u="none" cap="none" strike="noStrike"/>
          </a:p>
        </p:txBody>
      </p:sp>
      <p:sp>
        <p:nvSpPr>
          <p:cNvPr id="106" name="Google Shape;106;p22"/>
          <p:cNvSpPr/>
          <p:nvPr/>
        </p:nvSpPr>
        <p:spPr>
          <a:xfrm>
            <a:off x="5443061" y="3704392"/>
            <a:ext cx="3744158" cy="71199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to design the layout, themes, and animations</a:t>
            </a:r>
            <a:endParaRPr b="0" i="0" sz="1750" u="none" cap="none" strike="noStrike"/>
          </a:p>
        </p:txBody>
      </p:sp>
      <p:sp>
        <p:nvSpPr>
          <p:cNvPr id="107" name="Google Shape;107;p22"/>
          <p:cNvSpPr/>
          <p:nvPr/>
        </p:nvSpPr>
        <p:spPr>
          <a:xfrm>
            <a:off x="9639657" y="2990493"/>
            <a:ext cx="4206954" cy="1657350"/>
          </a:xfrm>
          <a:prstGeom prst="roundRect">
            <a:avLst>
              <a:gd fmla="val 5675"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2"/>
          <p:cNvSpPr/>
          <p:nvPr/>
        </p:nvSpPr>
        <p:spPr>
          <a:xfrm>
            <a:off x="9871115" y="3221950"/>
            <a:ext cx="2799040" cy="34980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2200"/>
              <a:buFont typeface="Fraunces Medium"/>
              <a:buNone/>
            </a:pPr>
            <a:r>
              <a:rPr b="0" i="0" lang="en-US" sz="2200" u="none" cap="none" strike="noStrike">
                <a:solidFill>
                  <a:srgbClr val="EBECEF"/>
                </a:solidFill>
                <a:latin typeface="Fraunces Medium"/>
                <a:ea typeface="Fraunces Medium"/>
                <a:cs typeface="Fraunces Medium"/>
                <a:sym typeface="Fraunces Medium"/>
              </a:rPr>
              <a:t>JavaScript</a:t>
            </a:r>
            <a:endParaRPr b="0" i="0" sz="2200" u="none" cap="none" strike="noStrike"/>
          </a:p>
        </p:txBody>
      </p:sp>
      <p:sp>
        <p:nvSpPr>
          <p:cNvPr id="109" name="Google Shape;109;p22"/>
          <p:cNvSpPr/>
          <p:nvPr/>
        </p:nvSpPr>
        <p:spPr>
          <a:xfrm>
            <a:off x="9871115" y="3704392"/>
            <a:ext cx="3744039" cy="71199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to implement the game logic and user interaction</a:t>
            </a:r>
            <a:endParaRPr b="0" i="0" sz="1750" u="none" cap="none" strike="noStrike"/>
          </a:p>
        </p:txBody>
      </p:sp>
      <p:sp>
        <p:nvSpPr>
          <p:cNvPr id="110" name="Google Shape;110;p22"/>
          <p:cNvSpPr/>
          <p:nvPr/>
        </p:nvSpPr>
        <p:spPr>
          <a:xfrm>
            <a:off x="783669" y="4896445"/>
            <a:ext cx="13063061" cy="355997"/>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Key features of the system include:</a:t>
            </a:r>
            <a:endParaRPr b="0" i="0" sz="1750" u="none" cap="none" strike="noStrike"/>
          </a:p>
        </p:txBody>
      </p:sp>
      <p:sp>
        <p:nvSpPr>
          <p:cNvPr id="111" name="Google Shape;111;p22"/>
          <p:cNvSpPr/>
          <p:nvPr/>
        </p:nvSpPr>
        <p:spPr>
          <a:xfrm>
            <a:off x="783669" y="5501045"/>
            <a:ext cx="13063061" cy="2089071"/>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EBECEF"/>
              </a:buClr>
              <a:buSzPts val="1750"/>
              <a:buFont typeface="Epilogue"/>
              <a:buChar char="•"/>
            </a:pPr>
            <a:r>
              <a:rPr b="0" i="0" lang="en-US" sz="1750" u="none" cap="none" strike="noStrike">
                <a:solidFill>
                  <a:srgbClr val="EBECEF"/>
                </a:solidFill>
                <a:latin typeface="Epilogue"/>
                <a:ea typeface="Epilogue"/>
                <a:cs typeface="Epilogue"/>
                <a:sym typeface="Epilogue"/>
              </a:rPr>
              <a:t>Solo and Multiplayer game modes</a:t>
            </a:r>
            <a:endParaRPr b="0" i="0" sz="1750" u="none" cap="none" strike="noStrike"/>
          </a:p>
          <a:p>
            <a:pPr indent="-342900" lvl="0" marL="342900" marR="0" rtl="0" algn="l">
              <a:lnSpc>
                <a:spcPct val="160000"/>
              </a:lnSpc>
              <a:spcBef>
                <a:spcPts val="0"/>
              </a:spcBef>
              <a:spcAft>
                <a:spcPts val="0"/>
              </a:spcAft>
              <a:buClr>
                <a:srgbClr val="EBECEF"/>
              </a:buClr>
              <a:buSzPts val="1750"/>
              <a:buFont typeface="Epilogue"/>
              <a:buChar char="•"/>
            </a:pPr>
            <a:r>
              <a:rPr b="0" i="0" lang="en-US" sz="1750" u="none" cap="none" strike="noStrike">
                <a:solidFill>
                  <a:srgbClr val="EBECEF"/>
                </a:solidFill>
                <a:latin typeface="Epilogue"/>
                <a:ea typeface="Epilogue"/>
                <a:cs typeface="Epilogue"/>
                <a:sym typeface="Epilogue"/>
              </a:rPr>
              <a:t>Word categories and difficulty levels</a:t>
            </a:r>
            <a:endParaRPr b="0" i="0" sz="1750" u="none" cap="none" strike="noStrike"/>
          </a:p>
          <a:p>
            <a:pPr indent="-342900" lvl="0" marL="342900" marR="0" rtl="0" algn="l">
              <a:lnSpc>
                <a:spcPct val="160000"/>
              </a:lnSpc>
              <a:spcBef>
                <a:spcPts val="0"/>
              </a:spcBef>
              <a:spcAft>
                <a:spcPts val="0"/>
              </a:spcAft>
              <a:buClr>
                <a:srgbClr val="EBECEF"/>
              </a:buClr>
              <a:buSzPts val="1750"/>
              <a:buFont typeface="Epilogue"/>
              <a:buChar char="•"/>
            </a:pPr>
            <a:r>
              <a:rPr b="0" i="0" lang="en-US" sz="1750" u="none" cap="none" strike="noStrike">
                <a:solidFill>
                  <a:srgbClr val="EBECEF"/>
                </a:solidFill>
                <a:latin typeface="Epilogue"/>
                <a:ea typeface="Epilogue"/>
                <a:cs typeface="Epilogue"/>
                <a:sym typeface="Epilogue"/>
              </a:rPr>
              <a:t>Interactive on-screen keyboard</a:t>
            </a:r>
            <a:endParaRPr b="0" i="0" sz="1750" u="none" cap="none" strike="noStrike"/>
          </a:p>
          <a:p>
            <a:pPr indent="-342900" lvl="0" marL="342900" marR="0" rtl="0" algn="l">
              <a:lnSpc>
                <a:spcPct val="160000"/>
              </a:lnSpc>
              <a:spcBef>
                <a:spcPts val="0"/>
              </a:spcBef>
              <a:spcAft>
                <a:spcPts val="0"/>
              </a:spcAft>
              <a:buClr>
                <a:srgbClr val="EBECEF"/>
              </a:buClr>
              <a:buSzPts val="1750"/>
              <a:buFont typeface="Epilogue"/>
              <a:buChar char="•"/>
            </a:pPr>
            <a:r>
              <a:rPr b="0" i="0" lang="en-US" sz="1750" u="none" cap="none" strike="noStrike">
                <a:solidFill>
                  <a:srgbClr val="EBECEF"/>
                </a:solidFill>
                <a:latin typeface="Epilogue"/>
                <a:ea typeface="Epilogue"/>
                <a:cs typeface="Epilogue"/>
                <a:sym typeface="Epilogue"/>
              </a:rPr>
              <a:t>Score tracking and leaderboard system</a:t>
            </a:r>
            <a:endParaRPr b="0" i="0" sz="1750" u="none" cap="none" strike="noStrike"/>
          </a:p>
          <a:p>
            <a:pPr indent="-342900" lvl="0" marL="342900" marR="0" rtl="0" algn="l">
              <a:lnSpc>
                <a:spcPct val="160000"/>
              </a:lnSpc>
              <a:spcBef>
                <a:spcPts val="0"/>
              </a:spcBef>
              <a:spcAft>
                <a:spcPts val="0"/>
              </a:spcAft>
              <a:buClr>
                <a:srgbClr val="EBECEF"/>
              </a:buClr>
              <a:buSzPts val="1750"/>
              <a:buFont typeface="Epilogue"/>
              <a:buChar char="•"/>
            </a:pPr>
            <a:r>
              <a:rPr b="0" i="0" lang="en-US" sz="1750" u="none" cap="none" strike="noStrike">
                <a:solidFill>
                  <a:srgbClr val="EBECEF"/>
                </a:solidFill>
                <a:latin typeface="Epilogue"/>
                <a:ea typeface="Epilogue"/>
                <a:cs typeface="Epilogue"/>
                <a:sym typeface="Epilogue"/>
              </a:rPr>
              <a:t>Light and dark theme support</a:t>
            </a:r>
            <a:endParaRPr b="0" i="0" sz="1750" u="none" cap="none" strike="noStrike"/>
          </a:p>
        </p:txBody>
      </p:sp>
      <p:sp>
        <p:nvSpPr>
          <p:cNvPr id="112" name="Google Shape;112;p22"/>
          <p:cNvSpPr/>
          <p:nvPr/>
        </p:nvSpPr>
        <p:spPr>
          <a:xfrm>
            <a:off x="12887400" y="7779100"/>
            <a:ext cx="1612500" cy="349800"/>
          </a:xfrm>
          <a:prstGeom prst="rect">
            <a:avLst/>
          </a:prstGeom>
          <a:solidFill>
            <a:srgbClr val="080E26"/>
          </a:solidFill>
          <a:ln cap="flat" cmpd="sng" w="9525">
            <a:solidFill>
              <a:srgbClr val="080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p:nvPr/>
        </p:nvSpPr>
        <p:spPr>
          <a:xfrm>
            <a:off x="744855" y="800457"/>
            <a:ext cx="7681674" cy="665083"/>
          </a:xfrm>
          <a:prstGeom prst="rect">
            <a:avLst/>
          </a:prstGeom>
          <a:noFill/>
          <a:ln>
            <a:noFill/>
          </a:ln>
        </p:spPr>
        <p:txBody>
          <a:bodyPr anchorCtr="0" anchor="t" bIns="0" lIns="0" spcFirstLastPara="1" rIns="0" wrap="square" tIns="0">
            <a:noAutofit/>
          </a:bodyPr>
          <a:lstStyle/>
          <a:p>
            <a:pPr indent="0" lvl="0" marL="0" marR="0" rtl="0" algn="l">
              <a:lnSpc>
                <a:spcPct val="125301"/>
              </a:lnSpc>
              <a:spcBef>
                <a:spcPts val="0"/>
              </a:spcBef>
              <a:spcAft>
                <a:spcPts val="0"/>
              </a:spcAft>
              <a:buClr>
                <a:srgbClr val="FFFFFF"/>
              </a:buClr>
              <a:buSzPts val="4150"/>
              <a:buFont typeface="Fraunces Medium"/>
              <a:buNone/>
            </a:pPr>
            <a:r>
              <a:rPr b="0" i="0" lang="en-US" sz="4150" u="none" cap="none" strike="noStrike">
                <a:solidFill>
                  <a:srgbClr val="FFFFFF"/>
                </a:solidFill>
                <a:latin typeface="Fraunces Medium"/>
                <a:ea typeface="Fraunces Medium"/>
                <a:cs typeface="Fraunces Medium"/>
                <a:sym typeface="Fraunces Medium"/>
              </a:rPr>
              <a:t>Working (Method / Mind Map)</a:t>
            </a:r>
            <a:endParaRPr b="0" i="0" sz="4150" u="none" cap="none" strike="noStrike"/>
          </a:p>
        </p:txBody>
      </p:sp>
      <p:sp>
        <p:nvSpPr>
          <p:cNvPr id="119" name="Google Shape;119;p23"/>
          <p:cNvSpPr/>
          <p:nvPr/>
        </p:nvSpPr>
        <p:spPr>
          <a:xfrm>
            <a:off x="744855" y="1864876"/>
            <a:ext cx="13140690" cy="330041"/>
          </a:xfrm>
          <a:prstGeom prst="rect">
            <a:avLst/>
          </a:prstGeom>
          <a:noFill/>
          <a:ln>
            <a:noFill/>
          </a:ln>
        </p:spPr>
        <p:txBody>
          <a:bodyPr anchorCtr="0" anchor="t" bIns="0" lIns="0" spcFirstLastPara="1" rIns="0" wrap="square" tIns="0">
            <a:noAutofit/>
          </a:bodyPr>
          <a:lstStyle/>
          <a:p>
            <a:pPr indent="0" lvl="0" marL="0" marR="0" rtl="0" algn="l">
              <a:lnSpc>
                <a:spcPct val="154545"/>
              </a:lnSpc>
              <a:spcBef>
                <a:spcPts val="0"/>
              </a:spcBef>
              <a:spcAft>
                <a:spcPts val="0"/>
              </a:spcAft>
              <a:buClr>
                <a:srgbClr val="EBECEF"/>
              </a:buClr>
              <a:buSzPts val="1650"/>
              <a:buFont typeface="Epilogue"/>
              <a:buNone/>
            </a:pPr>
            <a:r>
              <a:rPr b="0" i="0" lang="en-US" sz="1650" u="none" cap="none" strike="noStrike">
                <a:solidFill>
                  <a:srgbClr val="EBECEF"/>
                </a:solidFill>
                <a:latin typeface="Epilogue"/>
                <a:ea typeface="Epilogue"/>
                <a:cs typeface="Epilogue"/>
                <a:sym typeface="Epilogue"/>
              </a:rPr>
              <a:t>The Hangman game follows a simple step-by-step process.</a:t>
            </a:r>
            <a:endParaRPr b="0" i="0" sz="1650" u="none" cap="none" strike="noStrike"/>
          </a:p>
        </p:txBody>
      </p:sp>
      <p:sp>
        <p:nvSpPr>
          <p:cNvPr id="120" name="Google Shape;120;p23"/>
          <p:cNvSpPr/>
          <p:nvPr/>
        </p:nvSpPr>
        <p:spPr>
          <a:xfrm>
            <a:off x="744846" y="2419476"/>
            <a:ext cx="365700" cy="266100"/>
          </a:xfrm>
          <a:prstGeom prst="rect">
            <a:avLst/>
          </a:prstGeom>
          <a:noFill/>
          <a:ln>
            <a:noFill/>
          </a:ln>
        </p:spPr>
        <p:txBody>
          <a:bodyPr anchorCtr="0" anchor="t" bIns="0" lIns="0" spcFirstLastPara="1" rIns="0" wrap="square" tIns="0">
            <a:noAutofit/>
          </a:bodyPr>
          <a:lstStyle/>
          <a:p>
            <a:pPr indent="0" lvl="0" marL="0" marR="0" rtl="0" algn="l">
              <a:lnSpc>
                <a:spcPct val="154545"/>
              </a:lnSpc>
              <a:spcBef>
                <a:spcPts val="0"/>
              </a:spcBef>
              <a:spcAft>
                <a:spcPts val="0"/>
              </a:spcAft>
              <a:buClr>
                <a:srgbClr val="EBECEF"/>
              </a:buClr>
              <a:buSzPts val="1650"/>
              <a:buFont typeface="Fraunces Light"/>
              <a:buNone/>
            </a:pPr>
            <a:r>
              <a:rPr b="0" i="0" lang="en-US" sz="1650" u="none" cap="none" strike="noStrike">
                <a:solidFill>
                  <a:srgbClr val="EBECEF"/>
                </a:solidFill>
                <a:latin typeface="Fraunces Light"/>
                <a:ea typeface="Fraunces Light"/>
                <a:cs typeface="Fraunces Light"/>
                <a:sym typeface="Fraunces Light"/>
              </a:rPr>
              <a:t>01</a:t>
            </a:r>
            <a:endParaRPr b="0" i="0" sz="1650" u="none" cap="none" strike="noStrike"/>
          </a:p>
        </p:txBody>
      </p:sp>
      <p:sp>
        <p:nvSpPr>
          <p:cNvPr id="121" name="Google Shape;121;p23"/>
          <p:cNvSpPr/>
          <p:nvPr/>
        </p:nvSpPr>
        <p:spPr>
          <a:xfrm>
            <a:off x="744855" y="2758202"/>
            <a:ext cx="6470452" cy="22860"/>
          </a:xfrm>
          <a:prstGeom prst="rect">
            <a:avLst/>
          </a:prstGeom>
          <a:solidFill>
            <a:srgbClr val="8C98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3"/>
          <p:cNvSpPr/>
          <p:nvPr/>
        </p:nvSpPr>
        <p:spPr>
          <a:xfrm>
            <a:off x="744855" y="2910245"/>
            <a:ext cx="6470452" cy="664845"/>
          </a:xfrm>
          <a:prstGeom prst="rect">
            <a:avLst/>
          </a:prstGeom>
          <a:noFill/>
          <a:ln>
            <a:noFill/>
          </a:ln>
        </p:spPr>
        <p:txBody>
          <a:bodyPr anchorCtr="0" anchor="t" bIns="0" lIns="0" spcFirstLastPara="1" rIns="0" wrap="square" tIns="0">
            <a:noAutofit/>
          </a:bodyPr>
          <a:lstStyle/>
          <a:p>
            <a:pPr indent="0" lvl="0" marL="0" marR="0" rtl="0" algn="l">
              <a:lnSpc>
                <a:spcPct val="126829"/>
              </a:lnSpc>
              <a:spcBef>
                <a:spcPts val="0"/>
              </a:spcBef>
              <a:spcAft>
                <a:spcPts val="0"/>
              </a:spcAft>
              <a:buClr>
                <a:srgbClr val="EBECEF"/>
              </a:buClr>
              <a:buSzPts val="2050"/>
              <a:buFont typeface="Fraunces Medium"/>
              <a:buNone/>
            </a:pPr>
            <a:r>
              <a:rPr b="0" i="0" lang="en-US" sz="2050" u="none" cap="none" strike="noStrike">
                <a:solidFill>
                  <a:srgbClr val="EBECEF"/>
                </a:solidFill>
                <a:latin typeface="Fraunces Medium"/>
                <a:ea typeface="Fraunces Medium"/>
                <a:cs typeface="Fraunces Medium"/>
                <a:sym typeface="Fraunces Medium"/>
              </a:rPr>
              <a:t>First, the player selects the game mode such as Solo Mode or Multiplayer Mode.</a:t>
            </a:r>
            <a:endParaRPr b="0" i="0" sz="2050" u="none" cap="none" strike="noStrike"/>
          </a:p>
        </p:txBody>
      </p:sp>
      <p:sp>
        <p:nvSpPr>
          <p:cNvPr id="123" name="Google Shape;123;p23"/>
          <p:cNvSpPr/>
          <p:nvPr/>
        </p:nvSpPr>
        <p:spPr>
          <a:xfrm>
            <a:off x="7414976" y="2419476"/>
            <a:ext cx="454800" cy="330000"/>
          </a:xfrm>
          <a:prstGeom prst="rect">
            <a:avLst/>
          </a:prstGeom>
          <a:noFill/>
          <a:ln>
            <a:noFill/>
          </a:ln>
        </p:spPr>
        <p:txBody>
          <a:bodyPr anchorCtr="0" anchor="t" bIns="0" lIns="0" spcFirstLastPara="1" rIns="0" wrap="square" tIns="0">
            <a:noAutofit/>
          </a:bodyPr>
          <a:lstStyle/>
          <a:p>
            <a:pPr indent="0" lvl="0" marL="0" marR="0" rtl="0" algn="l">
              <a:lnSpc>
                <a:spcPct val="154545"/>
              </a:lnSpc>
              <a:spcBef>
                <a:spcPts val="0"/>
              </a:spcBef>
              <a:spcAft>
                <a:spcPts val="0"/>
              </a:spcAft>
              <a:buClr>
                <a:srgbClr val="EBECEF"/>
              </a:buClr>
              <a:buSzPts val="1650"/>
              <a:buFont typeface="Fraunces Light"/>
              <a:buNone/>
            </a:pPr>
            <a:r>
              <a:rPr b="0" i="0" lang="en-US" sz="1650" u="none" cap="none" strike="noStrike">
                <a:solidFill>
                  <a:srgbClr val="EBECEF"/>
                </a:solidFill>
                <a:latin typeface="Fraunces Light"/>
                <a:ea typeface="Fraunces Light"/>
                <a:cs typeface="Fraunces Light"/>
                <a:sym typeface="Fraunces Light"/>
              </a:rPr>
              <a:t>02</a:t>
            </a:r>
            <a:endParaRPr b="0" i="0" sz="1650" u="none" cap="none" strike="noStrike"/>
          </a:p>
        </p:txBody>
      </p:sp>
      <p:sp>
        <p:nvSpPr>
          <p:cNvPr id="124" name="Google Shape;124;p23"/>
          <p:cNvSpPr/>
          <p:nvPr/>
        </p:nvSpPr>
        <p:spPr>
          <a:xfrm>
            <a:off x="7414974" y="2758202"/>
            <a:ext cx="6470571" cy="22860"/>
          </a:xfrm>
          <a:prstGeom prst="rect">
            <a:avLst/>
          </a:prstGeom>
          <a:solidFill>
            <a:srgbClr val="8C98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3"/>
          <p:cNvSpPr/>
          <p:nvPr/>
        </p:nvSpPr>
        <p:spPr>
          <a:xfrm>
            <a:off x="7414974" y="2910245"/>
            <a:ext cx="6470571" cy="997268"/>
          </a:xfrm>
          <a:prstGeom prst="rect">
            <a:avLst/>
          </a:prstGeom>
          <a:noFill/>
          <a:ln>
            <a:noFill/>
          </a:ln>
        </p:spPr>
        <p:txBody>
          <a:bodyPr anchorCtr="0" anchor="t" bIns="0" lIns="0" spcFirstLastPara="1" rIns="0" wrap="square" tIns="0">
            <a:noAutofit/>
          </a:bodyPr>
          <a:lstStyle/>
          <a:p>
            <a:pPr indent="0" lvl="0" marL="0" marR="0" rtl="0" algn="l">
              <a:lnSpc>
                <a:spcPct val="126829"/>
              </a:lnSpc>
              <a:spcBef>
                <a:spcPts val="0"/>
              </a:spcBef>
              <a:spcAft>
                <a:spcPts val="0"/>
              </a:spcAft>
              <a:buClr>
                <a:srgbClr val="EBECEF"/>
              </a:buClr>
              <a:buSzPts val="2050"/>
              <a:buFont typeface="Fraunces Medium"/>
              <a:buNone/>
            </a:pPr>
            <a:r>
              <a:rPr b="0" i="0" lang="en-US" sz="2050" u="none" cap="none" strike="noStrike">
                <a:solidFill>
                  <a:srgbClr val="EBECEF"/>
                </a:solidFill>
                <a:latin typeface="Fraunces Medium"/>
                <a:ea typeface="Fraunces Medium"/>
                <a:cs typeface="Fraunces Medium"/>
                <a:sym typeface="Fraunces Medium"/>
              </a:rPr>
              <a:t>In Solo Mode, the system randomly selects a word from a category. In Multiplayer Mode, one player sets the word while the other player guesses it.</a:t>
            </a:r>
            <a:endParaRPr b="0" i="0" sz="2050" u="none" cap="none" strike="noStrike"/>
          </a:p>
        </p:txBody>
      </p:sp>
      <p:sp>
        <p:nvSpPr>
          <p:cNvPr id="126" name="Google Shape;126;p23"/>
          <p:cNvSpPr/>
          <p:nvPr/>
        </p:nvSpPr>
        <p:spPr>
          <a:xfrm>
            <a:off x="744843" y="4266725"/>
            <a:ext cx="507600" cy="266100"/>
          </a:xfrm>
          <a:prstGeom prst="rect">
            <a:avLst/>
          </a:prstGeom>
          <a:noFill/>
          <a:ln>
            <a:noFill/>
          </a:ln>
        </p:spPr>
        <p:txBody>
          <a:bodyPr anchorCtr="0" anchor="t" bIns="0" lIns="0" spcFirstLastPara="1" rIns="0" wrap="square" tIns="0">
            <a:noAutofit/>
          </a:bodyPr>
          <a:lstStyle/>
          <a:p>
            <a:pPr indent="0" lvl="0" marL="0" marR="0" rtl="0" algn="l">
              <a:lnSpc>
                <a:spcPct val="154545"/>
              </a:lnSpc>
              <a:spcBef>
                <a:spcPts val="0"/>
              </a:spcBef>
              <a:spcAft>
                <a:spcPts val="0"/>
              </a:spcAft>
              <a:buClr>
                <a:srgbClr val="EBECEF"/>
              </a:buClr>
              <a:buSzPts val="1650"/>
              <a:buFont typeface="Fraunces Light"/>
              <a:buNone/>
            </a:pPr>
            <a:r>
              <a:rPr b="0" i="0" lang="en-US" sz="1650" u="none" cap="none" strike="noStrike">
                <a:solidFill>
                  <a:srgbClr val="EBECEF"/>
                </a:solidFill>
                <a:latin typeface="Fraunces Light"/>
                <a:ea typeface="Fraunces Light"/>
                <a:cs typeface="Fraunces Light"/>
                <a:sym typeface="Fraunces Light"/>
              </a:rPr>
              <a:t>03</a:t>
            </a:r>
            <a:endParaRPr b="0" i="0" sz="1650" u="none" cap="none" strike="noStrike"/>
          </a:p>
        </p:txBody>
      </p:sp>
      <p:sp>
        <p:nvSpPr>
          <p:cNvPr id="127" name="Google Shape;127;p23"/>
          <p:cNvSpPr/>
          <p:nvPr/>
        </p:nvSpPr>
        <p:spPr>
          <a:xfrm>
            <a:off x="744855" y="4605457"/>
            <a:ext cx="6470452" cy="22860"/>
          </a:xfrm>
          <a:prstGeom prst="rect">
            <a:avLst/>
          </a:prstGeom>
          <a:solidFill>
            <a:srgbClr val="8C98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3"/>
          <p:cNvSpPr/>
          <p:nvPr/>
        </p:nvSpPr>
        <p:spPr>
          <a:xfrm>
            <a:off x="744855" y="4757499"/>
            <a:ext cx="6470452" cy="664845"/>
          </a:xfrm>
          <a:prstGeom prst="rect">
            <a:avLst/>
          </a:prstGeom>
          <a:noFill/>
          <a:ln>
            <a:noFill/>
          </a:ln>
        </p:spPr>
        <p:txBody>
          <a:bodyPr anchorCtr="0" anchor="t" bIns="0" lIns="0" spcFirstLastPara="1" rIns="0" wrap="square" tIns="0">
            <a:noAutofit/>
          </a:bodyPr>
          <a:lstStyle/>
          <a:p>
            <a:pPr indent="0" lvl="0" marL="0" marR="0" rtl="0" algn="l">
              <a:lnSpc>
                <a:spcPct val="126829"/>
              </a:lnSpc>
              <a:spcBef>
                <a:spcPts val="0"/>
              </a:spcBef>
              <a:spcAft>
                <a:spcPts val="0"/>
              </a:spcAft>
              <a:buClr>
                <a:srgbClr val="EBECEF"/>
              </a:buClr>
              <a:buSzPts val="2050"/>
              <a:buFont typeface="Fraunces Medium"/>
              <a:buNone/>
            </a:pPr>
            <a:r>
              <a:rPr b="0" i="0" lang="en-US" sz="2050" u="none" cap="none" strike="noStrike">
                <a:solidFill>
                  <a:srgbClr val="EBECEF"/>
                </a:solidFill>
                <a:latin typeface="Fraunces Medium"/>
                <a:ea typeface="Fraunces Medium"/>
                <a:cs typeface="Fraunces Medium"/>
                <a:sym typeface="Fraunces Medium"/>
              </a:rPr>
              <a:t>The player guesses letters using the on-screen keyboard.</a:t>
            </a:r>
            <a:endParaRPr b="0" i="0" sz="2050" u="none" cap="none" strike="noStrike"/>
          </a:p>
        </p:txBody>
      </p:sp>
      <p:sp>
        <p:nvSpPr>
          <p:cNvPr id="129" name="Google Shape;129;p23"/>
          <p:cNvSpPr/>
          <p:nvPr/>
        </p:nvSpPr>
        <p:spPr>
          <a:xfrm>
            <a:off x="7414977" y="4266725"/>
            <a:ext cx="507600" cy="266100"/>
          </a:xfrm>
          <a:prstGeom prst="rect">
            <a:avLst/>
          </a:prstGeom>
          <a:noFill/>
          <a:ln>
            <a:noFill/>
          </a:ln>
        </p:spPr>
        <p:txBody>
          <a:bodyPr anchorCtr="0" anchor="t" bIns="0" lIns="0" spcFirstLastPara="1" rIns="0" wrap="square" tIns="0">
            <a:noAutofit/>
          </a:bodyPr>
          <a:lstStyle/>
          <a:p>
            <a:pPr indent="0" lvl="0" marL="0" marR="0" rtl="0" algn="l">
              <a:lnSpc>
                <a:spcPct val="154545"/>
              </a:lnSpc>
              <a:spcBef>
                <a:spcPts val="0"/>
              </a:spcBef>
              <a:spcAft>
                <a:spcPts val="0"/>
              </a:spcAft>
              <a:buClr>
                <a:srgbClr val="EBECEF"/>
              </a:buClr>
              <a:buSzPts val="1650"/>
              <a:buFont typeface="Fraunces Light"/>
              <a:buNone/>
            </a:pPr>
            <a:r>
              <a:rPr b="0" i="0" lang="en-US" sz="1650" u="none" cap="none" strike="noStrike">
                <a:solidFill>
                  <a:srgbClr val="EBECEF"/>
                </a:solidFill>
                <a:latin typeface="Fraunces Light"/>
                <a:ea typeface="Fraunces Light"/>
                <a:cs typeface="Fraunces Light"/>
                <a:sym typeface="Fraunces Light"/>
              </a:rPr>
              <a:t>04</a:t>
            </a:r>
            <a:endParaRPr b="0" i="0" sz="1650" u="none" cap="none" strike="noStrike"/>
          </a:p>
        </p:txBody>
      </p:sp>
      <p:sp>
        <p:nvSpPr>
          <p:cNvPr id="130" name="Google Shape;130;p23"/>
          <p:cNvSpPr/>
          <p:nvPr/>
        </p:nvSpPr>
        <p:spPr>
          <a:xfrm>
            <a:off x="7414974" y="4605457"/>
            <a:ext cx="6470571" cy="22860"/>
          </a:xfrm>
          <a:prstGeom prst="rect">
            <a:avLst/>
          </a:prstGeom>
          <a:solidFill>
            <a:srgbClr val="8C98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3"/>
          <p:cNvSpPr/>
          <p:nvPr/>
        </p:nvSpPr>
        <p:spPr>
          <a:xfrm>
            <a:off x="7414974" y="4757499"/>
            <a:ext cx="6470571" cy="664845"/>
          </a:xfrm>
          <a:prstGeom prst="rect">
            <a:avLst/>
          </a:prstGeom>
          <a:noFill/>
          <a:ln>
            <a:noFill/>
          </a:ln>
        </p:spPr>
        <p:txBody>
          <a:bodyPr anchorCtr="0" anchor="t" bIns="0" lIns="0" spcFirstLastPara="1" rIns="0" wrap="square" tIns="0">
            <a:noAutofit/>
          </a:bodyPr>
          <a:lstStyle/>
          <a:p>
            <a:pPr indent="0" lvl="0" marL="0" marR="0" rtl="0" algn="l">
              <a:lnSpc>
                <a:spcPct val="126829"/>
              </a:lnSpc>
              <a:spcBef>
                <a:spcPts val="0"/>
              </a:spcBef>
              <a:spcAft>
                <a:spcPts val="0"/>
              </a:spcAft>
              <a:buClr>
                <a:srgbClr val="EBECEF"/>
              </a:buClr>
              <a:buSzPts val="2050"/>
              <a:buFont typeface="Fraunces Medium"/>
              <a:buNone/>
            </a:pPr>
            <a:r>
              <a:rPr b="0" i="0" lang="en-US" sz="2050" u="none" cap="none" strike="noStrike">
                <a:solidFill>
                  <a:srgbClr val="EBECEF"/>
                </a:solidFill>
                <a:latin typeface="Fraunces Medium"/>
                <a:ea typeface="Fraunces Medium"/>
                <a:cs typeface="Fraunces Medium"/>
                <a:sym typeface="Fraunces Medium"/>
              </a:rPr>
              <a:t>If the guessed letter is correct, it appears in the correct position in the word.</a:t>
            </a:r>
            <a:endParaRPr b="0" i="0" sz="2050" u="none" cap="none" strike="noStrike"/>
          </a:p>
        </p:txBody>
      </p:sp>
      <p:sp>
        <p:nvSpPr>
          <p:cNvPr id="132" name="Google Shape;132;p23"/>
          <p:cNvSpPr/>
          <p:nvPr/>
        </p:nvSpPr>
        <p:spPr>
          <a:xfrm>
            <a:off x="744841" y="5781550"/>
            <a:ext cx="585000" cy="266100"/>
          </a:xfrm>
          <a:prstGeom prst="rect">
            <a:avLst/>
          </a:prstGeom>
          <a:noFill/>
          <a:ln>
            <a:noFill/>
          </a:ln>
        </p:spPr>
        <p:txBody>
          <a:bodyPr anchorCtr="0" anchor="t" bIns="0" lIns="0" spcFirstLastPara="1" rIns="0" wrap="square" tIns="0">
            <a:noAutofit/>
          </a:bodyPr>
          <a:lstStyle/>
          <a:p>
            <a:pPr indent="0" lvl="0" marL="0" marR="0" rtl="0" algn="l">
              <a:lnSpc>
                <a:spcPct val="154545"/>
              </a:lnSpc>
              <a:spcBef>
                <a:spcPts val="0"/>
              </a:spcBef>
              <a:spcAft>
                <a:spcPts val="0"/>
              </a:spcAft>
              <a:buClr>
                <a:srgbClr val="EBECEF"/>
              </a:buClr>
              <a:buSzPts val="1650"/>
              <a:buFont typeface="Fraunces Light"/>
              <a:buNone/>
            </a:pPr>
            <a:r>
              <a:rPr b="0" i="0" lang="en-US" sz="1650" u="none" cap="none" strike="noStrike">
                <a:solidFill>
                  <a:srgbClr val="EBECEF"/>
                </a:solidFill>
                <a:latin typeface="Fraunces Light"/>
                <a:ea typeface="Fraunces Light"/>
                <a:cs typeface="Fraunces Light"/>
                <a:sym typeface="Fraunces Light"/>
              </a:rPr>
              <a:t>05</a:t>
            </a:r>
            <a:endParaRPr b="0" i="0" sz="1650" u="none" cap="none" strike="noStrike"/>
          </a:p>
        </p:txBody>
      </p:sp>
      <p:sp>
        <p:nvSpPr>
          <p:cNvPr id="133" name="Google Shape;133;p23"/>
          <p:cNvSpPr/>
          <p:nvPr/>
        </p:nvSpPr>
        <p:spPr>
          <a:xfrm>
            <a:off x="744855" y="6120289"/>
            <a:ext cx="6470452" cy="22860"/>
          </a:xfrm>
          <a:prstGeom prst="rect">
            <a:avLst/>
          </a:prstGeom>
          <a:solidFill>
            <a:srgbClr val="8C98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3"/>
          <p:cNvSpPr/>
          <p:nvPr/>
        </p:nvSpPr>
        <p:spPr>
          <a:xfrm>
            <a:off x="744855" y="6272332"/>
            <a:ext cx="6470452" cy="997268"/>
          </a:xfrm>
          <a:prstGeom prst="rect">
            <a:avLst/>
          </a:prstGeom>
          <a:noFill/>
          <a:ln>
            <a:noFill/>
          </a:ln>
        </p:spPr>
        <p:txBody>
          <a:bodyPr anchorCtr="0" anchor="t" bIns="0" lIns="0" spcFirstLastPara="1" rIns="0" wrap="square" tIns="0">
            <a:noAutofit/>
          </a:bodyPr>
          <a:lstStyle/>
          <a:p>
            <a:pPr indent="0" lvl="0" marL="0" marR="0" rtl="0" algn="l">
              <a:lnSpc>
                <a:spcPct val="126829"/>
              </a:lnSpc>
              <a:spcBef>
                <a:spcPts val="0"/>
              </a:spcBef>
              <a:spcAft>
                <a:spcPts val="0"/>
              </a:spcAft>
              <a:buClr>
                <a:srgbClr val="EBECEF"/>
              </a:buClr>
              <a:buSzPts val="2050"/>
              <a:buFont typeface="Fraunces Medium"/>
              <a:buNone/>
            </a:pPr>
            <a:r>
              <a:rPr b="0" i="0" lang="en-US" sz="2050" u="none" cap="none" strike="noStrike">
                <a:solidFill>
                  <a:srgbClr val="EBECEF"/>
                </a:solidFill>
                <a:latin typeface="Fraunces Medium"/>
                <a:ea typeface="Fraunces Medium"/>
                <a:cs typeface="Fraunces Medium"/>
                <a:sym typeface="Fraunces Medium"/>
              </a:rPr>
              <a:t>If the guess is incorrect, a part of the hangman figure is drawn and the number of remaining attempts decreases.</a:t>
            </a:r>
            <a:endParaRPr b="0" i="0" sz="2050" u="none" cap="none" strike="noStrike"/>
          </a:p>
        </p:txBody>
      </p:sp>
      <p:sp>
        <p:nvSpPr>
          <p:cNvPr id="135" name="Google Shape;135;p23"/>
          <p:cNvSpPr/>
          <p:nvPr/>
        </p:nvSpPr>
        <p:spPr>
          <a:xfrm>
            <a:off x="7414977" y="5781550"/>
            <a:ext cx="585000" cy="266100"/>
          </a:xfrm>
          <a:prstGeom prst="rect">
            <a:avLst/>
          </a:prstGeom>
          <a:noFill/>
          <a:ln>
            <a:noFill/>
          </a:ln>
        </p:spPr>
        <p:txBody>
          <a:bodyPr anchorCtr="0" anchor="t" bIns="0" lIns="0" spcFirstLastPara="1" rIns="0" wrap="square" tIns="0">
            <a:noAutofit/>
          </a:bodyPr>
          <a:lstStyle/>
          <a:p>
            <a:pPr indent="0" lvl="0" marL="0" marR="0" rtl="0" algn="l">
              <a:lnSpc>
                <a:spcPct val="154545"/>
              </a:lnSpc>
              <a:spcBef>
                <a:spcPts val="0"/>
              </a:spcBef>
              <a:spcAft>
                <a:spcPts val="0"/>
              </a:spcAft>
              <a:buClr>
                <a:srgbClr val="EBECEF"/>
              </a:buClr>
              <a:buSzPts val="1650"/>
              <a:buFont typeface="Fraunces Light"/>
              <a:buNone/>
            </a:pPr>
            <a:r>
              <a:rPr b="0" i="0" lang="en-US" sz="1650" u="none" cap="none" strike="noStrike">
                <a:solidFill>
                  <a:srgbClr val="EBECEF"/>
                </a:solidFill>
                <a:latin typeface="Fraunces Light"/>
                <a:ea typeface="Fraunces Light"/>
                <a:cs typeface="Fraunces Light"/>
                <a:sym typeface="Fraunces Light"/>
              </a:rPr>
              <a:t>06</a:t>
            </a:r>
            <a:endParaRPr b="0" i="0" sz="1650" u="none" cap="none" strike="noStrike"/>
          </a:p>
        </p:txBody>
      </p:sp>
      <p:sp>
        <p:nvSpPr>
          <p:cNvPr id="136" name="Google Shape;136;p23"/>
          <p:cNvSpPr/>
          <p:nvPr/>
        </p:nvSpPr>
        <p:spPr>
          <a:xfrm>
            <a:off x="7414974" y="6120289"/>
            <a:ext cx="6470571" cy="22860"/>
          </a:xfrm>
          <a:prstGeom prst="rect">
            <a:avLst/>
          </a:prstGeom>
          <a:solidFill>
            <a:srgbClr val="8C98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3"/>
          <p:cNvSpPr/>
          <p:nvPr/>
        </p:nvSpPr>
        <p:spPr>
          <a:xfrm>
            <a:off x="7414974" y="6272332"/>
            <a:ext cx="6470571" cy="664845"/>
          </a:xfrm>
          <a:prstGeom prst="rect">
            <a:avLst/>
          </a:prstGeom>
          <a:noFill/>
          <a:ln>
            <a:noFill/>
          </a:ln>
        </p:spPr>
        <p:txBody>
          <a:bodyPr anchorCtr="0" anchor="t" bIns="0" lIns="0" spcFirstLastPara="1" rIns="0" wrap="square" tIns="0">
            <a:noAutofit/>
          </a:bodyPr>
          <a:lstStyle/>
          <a:p>
            <a:pPr indent="0" lvl="0" marL="0" marR="0" rtl="0" algn="l">
              <a:lnSpc>
                <a:spcPct val="126829"/>
              </a:lnSpc>
              <a:spcBef>
                <a:spcPts val="0"/>
              </a:spcBef>
              <a:spcAft>
                <a:spcPts val="0"/>
              </a:spcAft>
              <a:buClr>
                <a:srgbClr val="EBECEF"/>
              </a:buClr>
              <a:buSzPts val="2050"/>
              <a:buFont typeface="Fraunces Medium"/>
              <a:buNone/>
            </a:pPr>
            <a:r>
              <a:rPr b="0" i="0" lang="en-US" sz="2050" u="none" cap="none" strike="noStrike">
                <a:solidFill>
                  <a:srgbClr val="EBECEF"/>
                </a:solidFill>
                <a:latin typeface="Fraunces Medium"/>
                <a:ea typeface="Fraunces Medium"/>
                <a:cs typeface="Fraunces Medium"/>
                <a:sym typeface="Fraunces Medium"/>
              </a:rPr>
              <a:t>The player wins by guessing the word before all attempts are used.</a:t>
            </a:r>
            <a:endParaRPr b="0" i="0" sz="2050" u="none" cap="none" strike="noStrike"/>
          </a:p>
        </p:txBody>
      </p:sp>
      <p:sp>
        <p:nvSpPr>
          <p:cNvPr id="138" name="Google Shape;138;p23"/>
          <p:cNvSpPr/>
          <p:nvPr/>
        </p:nvSpPr>
        <p:spPr>
          <a:xfrm>
            <a:off x="12887400" y="7779100"/>
            <a:ext cx="1612500" cy="349800"/>
          </a:xfrm>
          <a:prstGeom prst="rect">
            <a:avLst/>
          </a:prstGeom>
          <a:solidFill>
            <a:srgbClr val="080E26"/>
          </a:solidFill>
          <a:ln cap="flat" cmpd="sng" w="9525">
            <a:solidFill>
              <a:srgbClr val="080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p:nvPr/>
        </p:nvSpPr>
        <p:spPr>
          <a:xfrm>
            <a:off x="793790" y="2371130"/>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Fraunces Medium"/>
              <a:buNone/>
            </a:pPr>
            <a:r>
              <a:rPr b="0" i="0" lang="en-US" sz="4450" u="none" cap="none" strike="noStrike">
                <a:solidFill>
                  <a:srgbClr val="FFFFFF"/>
                </a:solidFill>
                <a:latin typeface="Fraunces Medium"/>
                <a:ea typeface="Fraunces Medium"/>
                <a:cs typeface="Fraunces Medium"/>
                <a:sym typeface="Fraunces Medium"/>
              </a:rPr>
              <a:t>Conclusion</a:t>
            </a:r>
            <a:endParaRPr b="0" i="0" sz="4450" u="none" cap="none" strike="noStrike"/>
          </a:p>
        </p:txBody>
      </p:sp>
      <p:sp>
        <p:nvSpPr>
          <p:cNvPr id="145" name="Google Shape;145;p24"/>
          <p:cNvSpPr/>
          <p:nvPr/>
        </p:nvSpPr>
        <p:spPr>
          <a:xfrm>
            <a:off x="793790" y="3533537"/>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The Hangman </a:t>
            </a:r>
            <a:r>
              <a:rPr lang="en-US" sz="1750">
                <a:solidFill>
                  <a:srgbClr val="EBECEF"/>
                </a:solidFill>
                <a:latin typeface="Epilogue"/>
                <a:ea typeface="Epilogue"/>
                <a:cs typeface="Epilogue"/>
                <a:sym typeface="Epilogue"/>
              </a:rPr>
              <a:t>Multiplayer</a:t>
            </a:r>
            <a:r>
              <a:rPr b="0" i="0" lang="en-US" sz="1750" u="none" cap="none" strike="noStrike">
                <a:solidFill>
                  <a:srgbClr val="EBECEF"/>
                </a:solidFill>
                <a:latin typeface="Epilogue"/>
                <a:ea typeface="Epilogue"/>
                <a:cs typeface="Epilogue"/>
                <a:sym typeface="Epilogue"/>
              </a:rPr>
              <a:t> successfully recreates the classic word guessing game in a modern digital format.</a:t>
            </a:r>
            <a:endParaRPr b="0" i="0" sz="1750" u="none" cap="none" strike="noStrike"/>
          </a:p>
        </p:txBody>
      </p:sp>
      <p:sp>
        <p:nvSpPr>
          <p:cNvPr id="146" name="Google Shape;146;p24"/>
          <p:cNvSpPr/>
          <p:nvPr/>
        </p:nvSpPr>
        <p:spPr>
          <a:xfrm>
            <a:off x="793790" y="4151590"/>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The system provides an engaging and interactive user experience through multiple game modes, score tracking, and leaderboard features.</a:t>
            </a:r>
            <a:endParaRPr b="0" i="0" sz="1750" u="none" cap="none" strike="noStrike"/>
          </a:p>
        </p:txBody>
      </p:sp>
      <p:sp>
        <p:nvSpPr>
          <p:cNvPr id="147" name="Google Shape;147;p24"/>
          <p:cNvSpPr/>
          <p:nvPr/>
        </p:nvSpPr>
        <p:spPr>
          <a:xfrm>
            <a:off x="793790" y="5132546"/>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The project demonstrates the practical use of HTML, CSS, and JavaScript for developing interactive web applications and highlights how modern web technologies can be used to create fun and educational games.</a:t>
            </a:r>
            <a:endParaRPr b="0" i="0" sz="1750" u="none" cap="none" strike="noStrike"/>
          </a:p>
        </p:txBody>
      </p:sp>
      <p:sp>
        <p:nvSpPr>
          <p:cNvPr id="148" name="Google Shape;148;p24"/>
          <p:cNvSpPr/>
          <p:nvPr/>
        </p:nvSpPr>
        <p:spPr>
          <a:xfrm>
            <a:off x="12887400" y="7779100"/>
            <a:ext cx="1612500" cy="349800"/>
          </a:xfrm>
          <a:prstGeom prst="rect">
            <a:avLst/>
          </a:prstGeom>
          <a:solidFill>
            <a:srgbClr val="080E26"/>
          </a:solidFill>
          <a:ln cap="flat" cmpd="sng" w="9525">
            <a:solidFill>
              <a:srgbClr val="080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81B50"/>
        </a:solidFill>
      </p:bgPr>
    </p:bg>
    <p:spTree>
      <p:nvGrpSpPr>
        <p:cNvPr id="152" name="Shape 152"/>
        <p:cNvGrpSpPr/>
        <p:nvPr/>
      </p:nvGrpSpPr>
      <p:grpSpPr>
        <a:xfrm>
          <a:off x="0" y="0"/>
          <a:ext cx="0" cy="0"/>
          <a:chOff x="0" y="0"/>
          <a:chExt cx="0" cy="0"/>
        </a:xfrm>
      </p:grpSpPr>
      <p:sp>
        <p:nvSpPr>
          <p:cNvPr id="153" name="Google Shape;153;p25"/>
          <p:cNvSpPr txBox="1"/>
          <p:nvPr>
            <p:ph idx="1" type="subTitle"/>
          </p:nvPr>
        </p:nvSpPr>
        <p:spPr>
          <a:xfrm>
            <a:off x="498720" y="4534600"/>
            <a:ext cx="13632900" cy="1268100"/>
          </a:xfrm>
          <a:prstGeom prst="rect">
            <a:avLst/>
          </a:prstGeom>
        </p:spPr>
        <p:txBody>
          <a:bodyPr anchorCtr="0" anchor="t" bIns="146275" lIns="146275" spcFirstLastPara="1" rIns="146275" wrap="square" tIns="146275">
            <a:normAutofit/>
          </a:bodyPr>
          <a:lstStyle/>
          <a:p>
            <a:pPr indent="0" lvl="0" marL="0" rtl="0" algn="ctr">
              <a:spcBef>
                <a:spcPts val="0"/>
              </a:spcBef>
              <a:spcAft>
                <a:spcPts val="0"/>
              </a:spcAft>
              <a:buNone/>
            </a:pPr>
            <a:r>
              <a:rPr b="1" lang="en-US">
                <a:solidFill>
                  <a:schemeClr val="lt1"/>
                </a:solidFill>
              </a:rPr>
              <a:t>Thank You</a:t>
            </a:r>
            <a:endParaRPr b="1">
              <a:solidFill>
                <a:schemeClr val="lt1"/>
              </a:solidFill>
            </a:endParaRPr>
          </a:p>
        </p:txBody>
      </p:sp>
      <p:pic>
        <p:nvPicPr>
          <p:cNvPr id="154" name="Google Shape;154;p25" title="download.png"/>
          <p:cNvPicPr preferRelativeResize="0"/>
          <p:nvPr/>
        </p:nvPicPr>
        <p:blipFill>
          <a:blip r:embed="rId3">
            <a:alphaModFix/>
          </a:blip>
          <a:stretch>
            <a:fillRect/>
          </a:stretch>
        </p:blipFill>
        <p:spPr>
          <a:xfrm>
            <a:off x="4259580" y="1507760"/>
            <a:ext cx="6111240" cy="192024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